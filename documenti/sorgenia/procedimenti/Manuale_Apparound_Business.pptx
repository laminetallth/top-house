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8.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0.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1.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2.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15.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1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18.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9.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20.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21.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22.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23.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24.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25.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26.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27.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28.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29.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30.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3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32.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33.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34.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notesSlides/notesSlide35.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notesSlides/notesSlide3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37.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38.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39.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notesSlides/notesSlide40.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notesSlides/notesSlide41.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notesSlides/notesSlide42.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notesSlides/notesSlide43.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notesSlides/notesSlide44.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6" r:id="rId5"/>
  </p:sldMasterIdLst>
  <p:notesMasterIdLst>
    <p:notesMasterId r:id="rId52"/>
  </p:notesMasterIdLst>
  <p:handoutMasterIdLst>
    <p:handoutMasterId r:id="rId53"/>
  </p:handoutMasterIdLst>
  <p:sldIdLst>
    <p:sldId id="802" r:id="rId6"/>
    <p:sldId id="1138" r:id="rId7"/>
    <p:sldId id="1205" r:id="rId8"/>
    <p:sldId id="1139" r:id="rId9"/>
    <p:sldId id="1140" r:id="rId10"/>
    <p:sldId id="1208" r:id="rId11"/>
    <p:sldId id="1142" r:id="rId12"/>
    <p:sldId id="1144" r:id="rId13"/>
    <p:sldId id="1145" r:id="rId14"/>
    <p:sldId id="1175" r:id="rId15"/>
    <p:sldId id="1207" r:id="rId16"/>
    <p:sldId id="1146" r:id="rId17"/>
    <p:sldId id="1147" r:id="rId18"/>
    <p:sldId id="1203" r:id="rId19"/>
    <p:sldId id="1204" r:id="rId20"/>
    <p:sldId id="1176" r:id="rId21"/>
    <p:sldId id="1177" r:id="rId22"/>
    <p:sldId id="1148" r:id="rId23"/>
    <p:sldId id="1149" r:id="rId24"/>
    <p:sldId id="1150" r:id="rId25"/>
    <p:sldId id="1181" r:id="rId26"/>
    <p:sldId id="1151" r:id="rId27"/>
    <p:sldId id="1182" r:id="rId28"/>
    <p:sldId id="1152" r:id="rId29"/>
    <p:sldId id="1206" r:id="rId30"/>
    <p:sldId id="1202" r:id="rId31"/>
    <p:sldId id="1154" r:id="rId32"/>
    <p:sldId id="1160" r:id="rId33"/>
    <p:sldId id="1157" r:id="rId34"/>
    <p:sldId id="1161" r:id="rId35"/>
    <p:sldId id="1184" r:id="rId36"/>
    <p:sldId id="1159" r:id="rId37"/>
    <p:sldId id="1163" r:id="rId38"/>
    <p:sldId id="1164" r:id="rId39"/>
    <p:sldId id="1166" r:id="rId40"/>
    <p:sldId id="1168" r:id="rId41"/>
    <p:sldId id="1183" r:id="rId42"/>
    <p:sldId id="1169" r:id="rId43"/>
    <p:sldId id="1197" r:id="rId44"/>
    <p:sldId id="1198" r:id="rId45"/>
    <p:sldId id="1199" r:id="rId46"/>
    <p:sldId id="1200" r:id="rId47"/>
    <p:sldId id="1201" r:id="rId48"/>
    <p:sldId id="1210" r:id="rId49"/>
    <p:sldId id="1185" r:id="rId50"/>
    <p:sldId id="1174" r:id="rId51"/>
  </p:sldIdLst>
  <p:sldSz cx="9144000" cy="6858000" type="screen4x3"/>
  <p:notesSz cx="6797675" cy="9928225"/>
  <p:custDataLst>
    <p:tags r:id="rId54"/>
  </p:custDataLst>
  <p:defaultTextStyle>
    <a:defPPr>
      <a:defRPr lang="it-IT"/>
    </a:defPPr>
    <a:lvl1pPr algn="l" defTabSz="912813" rtl="0" fontAlgn="base">
      <a:spcBef>
        <a:spcPct val="0"/>
      </a:spcBef>
      <a:spcAft>
        <a:spcPct val="0"/>
      </a:spcAft>
      <a:defRPr kern="1200">
        <a:solidFill>
          <a:schemeClr val="tx1"/>
        </a:solidFill>
        <a:latin typeface="Calibri" pitchFamily="34" charset="0"/>
        <a:ea typeface="+mn-ea"/>
        <a:cs typeface="Arial" charset="0"/>
      </a:defRPr>
    </a:lvl1pPr>
    <a:lvl2pPr marL="455613" indent="1588" algn="l" defTabSz="912813" rtl="0" fontAlgn="base">
      <a:spcBef>
        <a:spcPct val="0"/>
      </a:spcBef>
      <a:spcAft>
        <a:spcPct val="0"/>
      </a:spcAft>
      <a:defRPr kern="1200">
        <a:solidFill>
          <a:schemeClr val="tx1"/>
        </a:solidFill>
        <a:latin typeface="Calibri" pitchFamily="34" charset="0"/>
        <a:ea typeface="+mn-ea"/>
        <a:cs typeface="Arial" charset="0"/>
      </a:defRPr>
    </a:lvl2pPr>
    <a:lvl3pPr marL="912813" indent="1588" algn="l" defTabSz="912813" rtl="0" fontAlgn="base">
      <a:spcBef>
        <a:spcPct val="0"/>
      </a:spcBef>
      <a:spcAft>
        <a:spcPct val="0"/>
      </a:spcAft>
      <a:defRPr kern="1200">
        <a:solidFill>
          <a:schemeClr val="tx1"/>
        </a:solidFill>
        <a:latin typeface="Calibri" pitchFamily="34" charset="0"/>
        <a:ea typeface="+mn-ea"/>
        <a:cs typeface="Arial" charset="0"/>
      </a:defRPr>
    </a:lvl3pPr>
    <a:lvl4pPr marL="1370013" indent="1588" algn="l" defTabSz="912813" rtl="0" fontAlgn="base">
      <a:spcBef>
        <a:spcPct val="0"/>
      </a:spcBef>
      <a:spcAft>
        <a:spcPct val="0"/>
      </a:spcAft>
      <a:defRPr kern="1200">
        <a:solidFill>
          <a:schemeClr val="tx1"/>
        </a:solidFill>
        <a:latin typeface="Calibri" pitchFamily="34" charset="0"/>
        <a:ea typeface="+mn-ea"/>
        <a:cs typeface="Arial" charset="0"/>
      </a:defRPr>
    </a:lvl4pPr>
    <a:lvl5pPr marL="1827213" indent="1588" algn="l" defTabSz="912813"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618" userDrawn="1">
          <p15:clr>
            <a:srgbClr val="A4A3A4"/>
          </p15:clr>
        </p15:guide>
        <p15:guide id="2" pos="2925"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7" userDrawn="1">
          <p15:clr>
            <a:srgbClr val="A4A3A4"/>
          </p15:clr>
        </p15:guide>
        <p15:guide id="3" orient="horz" pos="3128" userDrawn="1">
          <p15:clr>
            <a:srgbClr val="A4A3A4"/>
          </p15:clr>
        </p15:guide>
        <p15:guide id="4" pos="2142" userDrawn="1">
          <p15:clr>
            <a:srgbClr val="A4A3A4"/>
          </p15:clr>
        </p15:guide>
        <p15:guide id="5" orient="horz" pos="322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20F"/>
    <a:srgbClr val="D9C73E"/>
    <a:srgbClr val="7DB014"/>
    <a:srgbClr val="0D97FF"/>
    <a:srgbClr val="B9CE72"/>
    <a:srgbClr val="6F9257"/>
    <a:srgbClr val="6F8DB9"/>
    <a:srgbClr val="669900"/>
    <a:srgbClr val="33CC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FDB2BA-24EF-48EA-9558-9AB2A775098C}" v="15" dt="2026-04-13T10:56:20.442"/>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48" autoAdjust="0"/>
    <p:restoredTop sz="95199" autoAdjust="0"/>
  </p:normalViewPr>
  <p:slideViewPr>
    <p:cSldViewPr snapToGrid="0">
      <p:cViewPr varScale="1">
        <p:scale>
          <a:sx n="102" d="100"/>
          <a:sy n="102" d="100"/>
        </p:scale>
        <p:origin x="2364" y="318"/>
      </p:cViewPr>
      <p:guideLst>
        <p:guide orient="horz" pos="618"/>
        <p:guide pos="2925"/>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57" d="100"/>
          <a:sy n="57" d="100"/>
        </p:scale>
        <p:origin x="-2693" y="-86"/>
      </p:cViewPr>
      <p:guideLst>
        <p:guide orient="horz" pos="3224"/>
        <p:guide pos="2237"/>
        <p:guide orient="horz" pos="3128"/>
        <p:guide pos="2142"/>
        <p:guide orient="horz" pos="3223"/>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LMONTE MELISSA" userId="972967c4-786f-47b4-95b2-cf436463b084" providerId="ADAL" clId="{BFF9DD5C-3228-4E82-BF29-78B399696D15}"/>
    <pc:docChg chg="custSel addSld delSld modSld">
      <pc:chgData name="BELMONTE MELISSA" userId="972967c4-786f-47b4-95b2-cf436463b084" providerId="ADAL" clId="{BFF9DD5C-3228-4E82-BF29-78B399696D15}" dt="2026-04-13T12:50:30.222" v="2113" actId="20577"/>
      <pc:docMkLst>
        <pc:docMk/>
      </pc:docMkLst>
      <pc:sldChg chg="addSp modSp mod">
        <pc:chgData name="BELMONTE MELISSA" userId="972967c4-786f-47b4-95b2-cf436463b084" providerId="ADAL" clId="{BFF9DD5C-3228-4E82-BF29-78B399696D15}" dt="2026-04-13T10:11:01.629" v="373" actId="34135"/>
        <pc:sldMkLst>
          <pc:docMk/>
          <pc:sldMk cId="2550203148" sldId="1142"/>
        </pc:sldMkLst>
        <pc:spChg chg="add mod">
          <ac:chgData name="BELMONTE MELISSA" userId="972967c4-786f-47b4-95b2-cf436463b084" providerId="ADAL" clId="{BFF9DD5C-3228-4E82-BF29-78B399696D15}" dt="2026-04-13T10:11:01.629" v="373" actId="34135"/>
          <ac:spMkLst>
            <pc:docMk/>
            <pc:sldMk cId="2550203148" sldId="1142"/>
            <ac:spMk id="5" creationId="{84D4650E-66D8-F2DB-3E3E-6A9A99D84724}"/>
          </ac:spMkLst>
        </pc:spChg>
      </pc:sldChg>
      <pc:sldChg chg="modSp mod">
        <pc:chgData name="BELMONTE MELISSA" userId="972967c4-786f-47b4-95b2-cf436463b084" providerId="ADAL" clId="{BFF9DD5C-3228-4E82-BF29-78B399696D15}" dt="2026-04-13T12:50:30.222" v="2113" actId="20577"/>
        <pc:sldMkLst>
          <pc:docMk/>
          <pc:sldMk cId="2326621281" sldId="1145"/>
        </pc:sldMkLst>
        <pc:spChg chg="mod">
          <ac:chgData name="BELMONTE MELISSA" userId="972967c4-786f-47b4-95b2-cf436463b084" providerId="ADAL" clId="{BFF9DD5C-3228-4E82-BF29-78B399696D15}" dt="2026-04-13T12:50:30.222" v="2113" actId="20577"/>
          <ac:spMkLst>
            <pc:docMk/>
            <pc:sldMk cId="2326621281" sldId="1145"/>
            <ac:spMk id="12" creationId="{9DDE0BB7-5927-47A5-B291-BB2027A74DC0}"/>
          </ac:spMkLst>
        </pc:spChg>
      </pc:sldChg>
      <pc:sldChg chg="addSp delSp modSp mod">
        <pc:chgData name="BELMONTE MELISSA" userId="972967c4-786f-47b4-95b2-cf436463b084" providerId="ADAL" clId="{BFF9DD5C-3228-4E82-BF29-78B399696D15}" dt="2026-04-13T10:25:09.469" v="652" actId="14100"/>
        <pc:sldMkLst>
          <pc:docMk/>
          <pc:sldMk cId="3238340709" sldId="1148"/>
        </pc:sldMkLst>
        <pc:spChg chg="add mod">
          <ac:chgData name="BELMONTE MELISSA" userId="972967c4-786f-47b4-95b2-cf436463b084" providerId="ADAL" clId="{BFF9DD5C-3228-4E82-BF29-78B399696D15}" dt="2026-04-13T10:25:09.469" v="652" actId="14100"/>
          <ac:spMkLst>
            <pc:docMk/>
            <pc:sldMk cId="3238340709" sldId="1148"/>
            <ac:spMk id="8" creationId="{0010A4C8-6921-F218-153E-6109C450F517}"/>
          </ac:spMkLst>
        </pc:spChg>
        <pc:spChg chg="mod">
          <ac:chgData name="BELMONTE MELISSA" userId="972967c4-786f-47b4-95b2-cf436463b084" providerId="ADAL" clId="{BFF9DD5C-3228-4E82-BF29-78B399696D15}" dt="2026-04-13T10:21:58.398" v="393" actId="1076"/>
          <ac:spMkLst>
            <pc:docMk/>
            <pc:sldMk cId="3238340709" sldId="1148"/>
            <ac:spMk id="11" creationId="{0F52086B-9B0A-43BE-B8A1-75EA5723AE71}"/>
          </ac:spMkLst>
        </pc:spChg>
        <pc:spChg chg="del">
          <ac:chgData name="BELMONTE MELISSA" userId="972967c4-786f-47b4-95b2-cf436463b084" providerId="ADAL" clId="{BFF9DD5C-3228-4E82-BF29-78B399696D15}" dt="2026-04-13T10:21:30.792" v="388" actId="478"/>
          <ac:spMkLst>
            <pc:docMk/>
            <pc:sldMk cId="3238340709" sldId="1148"/>
            <ac:spMk id="24" creationId="{CDB82B22-8FF3-4245-A337-BB911638B5F0}"/>
          </ac:spMkLst>
        </pc:spChg>
        <pc:spChg chg="mod">
          <ac:chgData name="BELMONTE MELISSA" userId="972967c4-786f-47b4-95b2-cf436463b084" providerId="ADAL" clId="{BFF9DD5C-3228-4E82-BF29-78B399696D15}" dt="2026-04-13T10:22:02.613" v="394" actId="1076"/>
          <ac:spMkLst>
            <pc:docMk/>
            <pc:sldMk cId="3238340709" sldId="1148"/>
            <ac:spMk id="28" creationId="{90325B86-8472-4E96-B1A1-E1FA6B8E5265}"/>
          </ac:spMkLst>
        </pc:spChg>
        <pc:picChg chg="add mod ord">
          <ac:chgData name="BELMONTE MELISSA" userId="972967c4-786f-47b4-95b2-cf436463b084" providerId="ADAL" clId="{BFF9DD5C-3228-4E82-BF29-78B399696D15}" dt="2026-04-13T10:21:40.859" v="389" actId="1076"/>
          <ac:picMkLst>
            <pc:docMk/>
            <pc:sldMk cId="3238340709" sldId="1148"/>
            <ac:picMk id="6" creationId="{E2E48A5E-2C0C-8ADD-5136-4E434E48E795}"/>
          </ac:picMkLst>
        </pc:picChg>
        <pc:picChg chg="del">
          <ac:chgData name="BELMONTE MELISSA" userId="972967c4-786f-47b4-95b2-cf436463b084" providerId="ADAL" clId="{BFF9DD5C-3228-4E82-BF29-78B399696D15}" dt="2026-04-13T10:21:10.722" v="384" actId="478"/>
          <ac:picMkLst>
            <pc:docMk/>
            <pc:sldMk cId="3238340709" sldId="1148"/>
            <ac:picMk id="9" creationId="{783050DC-826C-4073-BE77-60899338D08D}"/>
          </ac:picMkLst>
        </pc:picChg>
        <pc:cxnChg chg="mod">
          <ac:chgData name="BELMONTE MELISSA" userId="972967c4-786f-47b4-95b2-cf436463b084" providerId="ADAL" clId="{BFF9DD5C-3228-4E82-BF29-78B399696D15}" dt="2026-04-13T10:23:02.101" v="445" actId="1076"/>
          <ac:cxnSpMkLst>
            <pc:docMk/>
            <pc:sldMk cId="3238340709" sldId="1148"/>
            <ac:cxnSpMk id="12" creationId="{FF17A875-34E8-4BDF-87CF-78565F98AEDE}"/>
          </ac:cxnSpMkLst>
        </pc:cxnChg>
        <pc:cxnChg chg="add mod">
          <ac:chgData name="BELMONTE MELISSA" userId="972967c4-786f-47b4-95b2-cf436463b084" providerId="ADAL" clId="{BFF9DD5C-3228-4E82-BF29-78B399696D15}" dt="2026-04-13T10:23:09.818" v="448" actId="14100"/>
          <ac:cxnSpMkLst>
            <pc:docMk/>
            <pc:sldMk cId="3238340709" sldId="1148"/>
            <ac:cxnSpMk id="14" creationId="{B5458404-B25D-DFB4-C771-0A02A8DC8AA5}"/>
          </ac:cxnSpMkLst>
        </pc:cxnChg>
        <pc:cxnChg chg="mod">
          <ac:chgData name="BELMONTE MELISSA" userId="972967c4-786f-47b4-95b2-cf436463b084" providerId="ADAL" clId="{BFF9DD5C-3228-4E82-BF29-78B399696D15}" dt="2026-04-13T10:22:51.041" v="442" actId="14100"/>
          <ac:cxnSpMkLst>
            <pc:docMk/>
            <pc:sldMk cId="3238340709" sldId="1148"/>
            <ac:cxnSpMk id="15" creationId="{F4BD0E72-B571-4057-92B8-F5422D6FCF38}"/>
          </ac:cxnSpMkLst>
        </pc:cxnChg>
      </pc:sldChg>
      <pc:sldChg chg="addSp modSp mod">
        <pc:chgData name="BELMONTE MELISSA" userId="972967c4-786f-47b4-95b2-cf436463b084" providerId="ADAL" clId="{BFF9DD5C-3228-4E82-BF29-78B399696D15}" dt="2026-04-13T10:28:15.289" v="698" actId="14100"/>
        <pc:sldMkLst>
          <pc:docMk/>
          <pc:sldMk cId="317591187" sldId="1152"/>
        </pc:sldMkLst>
        <pc:spChg chg="add mod">
          <ac:chgData name="BELMONTE MELISSA" userId="972967c4-786f-47b4-95b2-cf436463b084" providerId="ADAL" clId="{BFF9DD5C-3228-4E82-BF29-78B399696D15}" dt="2026-04-13T10:27:56.574" v="692" actId="1076"/>
          <ac:spMkLst>
            <pc:docMk/>
            <pc:sldMk cId="317591187" sldId="1152"/>
            <ac:spMk id="5" creationId="{2ED824CF-9CFB-E9EA-4A87-18A4672F38D3}"/>
          </ac:spMkLst>
        </pc:spChg>
        <pc:spChg chg="mod">
          <ac:chgData name="BELMONTE MELISSA" userId="972967c4-786f-47b4-95b2-cf436463b084" providerId="ADAL" clId="{BFF9DD5C-3228-4E82-BF29-78B399696D15}" dt="2026-04-13T10:28:09.536" v="697" actId="1076"/>
          <ac:spMkLst>
            <pc:docMk/>
            <pc:sldMk cId="317591187" sldId="1152"/>
            <ac:spMk id="7" creationId="{6D0D64F7-63CC-472D-A1A4-E36FB176A88A}"/>
          </ac:spMkLst>
        </pc:spChg>
        <pc:picChg chg="mod">
          <ac:chgData name="BELMONTE MELISSA" userId="972967c4-786f-47b4-95b2-cf436463b084" providerId="ADAL" clId="{BFF9DD5C-3228-4E82-BF29-78B399696D15}" dt="2026-04-13T10:27:52.197" v="691" actId="1076"/>
          <ac:picMkLst>
            <pc:docMk/>
            <pc:sldMk cId="317591187" sldId="1152"/>
            <ac:picMk id="6" creationId="{4AEC310D-520F-733A-4D19-BDD07CDA10E8}"/>
          </ac:picMkLst>
        </pc:picChg>
        <pc:cxnChg chg="add mod">
          <ac:chgData name="BELMONTE MELISSA" userId="972967c4-786f-47b4-95b2-cf436463b084" providerId="ADAL" clId="{BFF9DD5C-3228-4E82-BF29-78B399696D15}" dt="2026-04-13T10:28:15.289" v="698" actId="14100"/>
          <ac:cxnSpMkLst>
            <pc:docMk/>
            <pc:sldMk cId="317591187" sldId="1152"/>
            <ac:cxnSpMk id="8" creationId="{3551D755-D545-D962-C935-CE6A22E60D84}"/>
          </ac:cxnSpMkLst>
        </pc:cxnChg>
        <pc:cxnChg chg="mod">
          <ac:chgData name="BELMONTE MELISSA" userId="972967c4-786f-47b4-95b2-cf436463b084" providerId="ADAL" clId="{BFF9DD5C-3228-4E82-BF29-78B399696D15}" dt="2026-04-13T10:28:06.365" v="696" actId="14100"/>
          <ac:cxnSpMkLst>
            <pc:docMk/>
            <pc:sldMk cId="317591187" sldId="1152"/>
            <ac:cxnSpMk id="14" creationId="{B33B0D45-DAC6-420D-838A-F363A4DD8435}"/>
          </ac:cxnSpMkLst>
        </pc:cxnChg>
      </pc:sldChg>
      <pc:sldChg chg="addSp delSp modSp mod">
        <pc:chgData name="BELMONTE MELISSA" userId="972967c4-786f-47b4-95b2-cf436463b084" providerId="ADAL" clId="{BFF9DD5C-3228-4E82-BF29-78B399696D15}" dt="2026-04-13T10:35:41.958" v="795" actId="478"/>
        <pc:sldMkLst>
          <pc:docMk/>
          <pc:sldMk cId="3500844636" sldId="1157"/>
        </pc:sldMkLst>
        <pc:spChg chg="mod">
          <ac:chgData name="BELMONTE MELISSA" userId="972967c4-786f-47b4-95b2-cf436463b084" providerId="ADAL" clId="{BFF9DD5C-3228-4E82-BF29-78B399696D15}" dt="2026-04-13T10:34:59.632" v="784" actId="313"/>
          <ac:spMkLst>
            <pc:docMk/>
            <pc:sldMk cId="3500844636" sldId="1157"/>
            <ac:spMk id="8" creationId="{1530D5C7-D692-4B5C-932F-CD8191930DDD}"/>
          </ac:spMkLst>
        </pc:spChg>
        <pc:picChg chg="add del mod">
          <ac:chgData name="BELMONTE MELISSA" userId="972967c4-786f-47b4-95b2-cf436463b084" providerId="ADAL" clId="{BFF9DD5C-3228-4E82-BF29-78B399696D15}" dt="2026-04-13T10:35:21.942" v="790" actId="478"/>
          <ac:picMkLst>
            <pc:docMk/>
            <pc:sldMk cId="3500844636" sldId="1157"/>
            <ac:picMk id="6" creationId="{C2542B64-F93F-21BB-F539-3EAB383220AD}"/>
          </ac:picMkLst>
        </pc:picChg>
        <pc:picChg chg="add del mod">
          <ac:chgData name="BELMONTE MELISSA" userId="972967c4-786f-47b4-95b2-cf436463b084" providerId="ADAL" clId="{BFF9DD5C-3228-4E82-BF29-78B399696D15}" dt="2026-04-13T10:35:41.958" v="795" actId="478"/>
          <ac:picMkLst>
            <pc:docMk/>
            <pc:sldMk cId="3500844636" sldId="1157"/>
            <ac:picMk id="13" creationId="{83849AA5-9FC2-04B0-70E0-0E1E96A28E6C}"/>
          </ac:picMkLst>
        </pc:picChg>
      </pc:sldChg>
      <pc:sldChg chg="addSp delSp modSp mod">
        <pc:chgData name="BELMONTE MELISSA" userId="972967c4-786f-47b4-95b2-cf436463b084" providerId="ADAL" clId="{BFF9DD5C-3228-4E82-BF29-78B399696D15}" dt="2026-04-13T10:32:58.791" v="721" actId="14100"/>
        <pc:sldMkLst>
          <pc:docMk/>
          <pc:sldMk cId="2711742577" sldId="1160"/>
        </pc:sldMkLst>
        <pc:spChg chg="mod">
          <ac:chgData name="BELMONTE MELISSA" userId="972967c4-786f-47b4-95b2-cf436463b084" providerId="ADAL" clId="{BFF9DD5C-3228-4E82-BF29-78B399696D15}" dt="2026-04-13T10:32:13.801" v="710" actId="1076"/>
          <ac:spMkLst>
            <pc:docMk/>
            <pc:sldMk cId="2711742577" sldId="1160"/>
            <ac:spMk id="16" creationId="{192BB468-3144-42A9-8952-04A78EBF4462}"/>
          </ac:spMkLst>
        </pc:spChg>
        <pc:spChg chg="mod">
          <ac:chgData name="BELMONTE MELISSA" userId="972967c4-786f-47b4-95b2-cf436463b084" providerId="ADAL" clId="{BFF9DD5C-3228-4E82-BF29-78B399696D15}" dt="2026-04-13T10:32:33.045" v="714" actId="1076"/>
          <ac:spMkLst>
            <pc:docMk/>
            <pc:sldMk cId="2711742577" sldId="1160"/>
            <ac:spMk id="25" creationId="{2500436D-C2B8-48E3-AFEA-9ABEED85AC75}"/>
          </ac:spMkLst>
        </pc:spChg>
        <pc:picChg chg="del">
          <ac:chgData name="BELMONTE MELISSA" userId="972967c4-786f-47b4-95b2-cf436463b084" providerId="ADAL" clId="{BFF9DD5C-3228-4E82-BF29-78B399696D15}" dt="2026-04-13T10:31:49.666" v="702" actId="478"/>
          <ac:picMkLst>
            <pc:docMk/>
            <pc:sldMk cId="2711742577" sldId="1160"/>
            <ac:picMk id="6" creationId="{2E7663C1-4539-48FF-AADA-4840803AF295}"/>
          </ac:picMkLst>
        </pc:picChg>
        <pc:picChg chg="add mod ord">
          <ac:chgData name="BELMONTE MELISSA" userId="972967c4-786f-47b4-95b2-cf436463b084" providerId="ADAL" clId="{BFF9DD5C-3228-4E82-BF29-78B399696D15}" dt="2026-04-13T10:32:51.551" v="719" actId="167"/>
          <ac:picMkLst>
            <pc:docMk/>
            <pc:sldMk cId="2711742577" sldId="1160"/>
            <ac:picMk id="7" creationId="{51B14C0C-BE76-69D5-98DD-B826D5FBE742}"/>
          </ac:picMkLst>
        </pc:picChg>
        <pc:cxnChg chg="mod">
          <ac:chgData name="BELMONTE MELISSA" userId="972967c4-786f-47b4-95b2-cf436463b084" providerId="ADAL" clId="{BFF9DD5C-3228-4E82-BF29-78B399696D15}" dt="2026-04-13T10:32:58.791" v="721" actId="14100"/>
          <ac:cxnSpMkLst>
            <pc:docMk/>
            <pc:sldMk cId="2711742577" sldId="1160"/>
            <ac:cxnSpMk id="28" creationId="{05F0D0AB-8775-4AB8-86E8-F19D8BAAFE8A}"/>
          </ac:cxnSpMkLst>
        </pc:cxnChg>
        <pc:cxnChg chg="mod">
          <ac:chgData name="BELMONTE MELISSA" userId="972967c4-786f-47b4-95b2-cf436463b084" providerId="ADAL" clId="{BFF9DD5C-3228-4E82-BF29-78B399696D15}" dt="2026-04-13T10:32:43.600" v="717" actId="14100"/>
          <ac:cxnSpMkLst>
            <pc:docMk/>
            <pc:sldMk cId="2711742577" sldId="1160"/>
            <ac:cxnSpMk id="29" creationId="{B7B488BC-2755-403C-836C-E700A82CA5F8}"/>
          </ac:cxnSpMkLst>
        </pc:cxnChg>
      </pc:sldChg>
      <pc:sldChg chg="addSp delSp modSp mod">
        <pc:chgData name="BELMONTE MELISSA" userId="972967c4-786f-47b4-95b2-cf436463b084" providerId="ADAL" clId="{BFF9DD5C-3228-4E82-BF29-78B399696D15}" dt="2026-04-13T10:41:33.404" v="1084" actId="108"/>
        <pc:sldMkLst>
          <pc:docMk/>
          <pc:sldMk cId="855043846" sldId="1166"/>
        </pc:sldMkLst>
        <pc:spChg chg="del mod">
          <ac:chgData name="BELMONTE MELISSA" userId="972967c4-786f-47b4-95b2-cf436463b084" providerId="ADAL" clId="{BFF9DD5C-3228-4E82-BF29-78B399696D15}" dt="2026-04-13T10:36:54.489" v="803" actId="478"/>
          <ac:spMkLst>
            <pc:docMk/>
            <pc:sldMk cId="855043846" sldId="1166"/>
            <ac:spMk id="5" creationId="{75708D6B-ECA1-4CE7-ABE2-F17750C4929B}"/>
          </ac:spMkLst>
        </pc:spChg>
        <pc:spChg chg="mod">
          <ac:chgData name="BELMONTE MELISSA" userId="972967c4-786f-47b4-95b2-cf436463b084" providerId="ADAL" clId="{BFF9DD5C-3228-4E82-BF29-78B399696D15}" dt="2026-04-13T10:38:09.500" v="894" actId="20577"/>
          <ac:spMkLst>
            <pc:docMk/>
            <pc:sldMk cId="855043846" sldId="1166"/>
            <ac:spMk id="12" creationId="{163C60A5-1E62-43F2-9918-AF94205C6182}"/>
          </ac:spMkLst>
        </pc:spChg>
        <pc:spChg chg="add del mod">
          <ac:chgData name="BELMONTE MELISSA" userId="972967c4-786f-47b4-95b2-cf436463b084" providerId="ADAL" clId="{BFF9DD5C-3228-4E82-BF29-78B399696D15}" dt="2026-04-13T10:38:48.425" v="932" actId="478"/>
          <ac:spMkLst>
            <pc:docMk/>
            <pc:sldMk cId="855043846" sldId="1166"/>
            <ac:spMk id="17" creationId="{F596E0BF-9ADD-EDFA-1DD9-24EF198AEACC}"/>
          </ac:spMkLst>
        </pc:spChg>
        <pc:picChg chg="del">
          <ac:chgData name="BELMONTE MELISSA" userId="972967c4-786f-47b4-95b2-cf436463b084" providerId="ADAL" clId="{BFF9DD5C-3228-4E82-BF29-78B399696D15}" dt="2026-04-13T10:36:40.032" v="796" actId="478"/>
          <ac:picMkLst>
            <pc:docMk/>
            <pc:sldMk cId="855043846" sldId="1166"/>
            <ac:picMk id="6" creationId="{42D13FB0-2145-4345-9630-33C42F5C64F1}"/>
          </ac:picMkLst>
        </pc:picChg>
        <pc:picChg chg="add mod ord">
          <ac:chgData name="BELMONTE MELISSA" userId="972967c4-786f-47b4-95b2-cf436463b084" providerId="ADAL" clId="{BFF9DD5C-3228-4E82-BF29-78B399696D15}" dt="2026-04-13T10:41:33.404" v="1084" actId="108"/>
          <ac:picMkLst>
            <pc:docMk/>
            <pc:sldMk cId="855043846" sldId="1166"/>
            <ac:picMk id="8" creationId="{4F3A64D6-D7C5-8A11-45C8-8FF0C09A4B86}"/>
          </ac:picMkLst>
        </pc:picChg>
        <pc:cxnChg chg="mod">
          <ac:chgData name="BELMONTE MELISSA" userId="972967c4-786f-47b4-95b2-cf436463b084" providerId="ADAL" clId="{BFF9DD5C-3228-4E82-BF29-78B399696D15}" dt="2026-04-13T10:38:24.886" v="898" actId="14100"/>
          <ac:cxnSpMkLst>
            <pc:docMk/>
            <pc:sldMk cId="855043846" sldId="1166"/>
            <ac:cxnSpMk id="15" creationId="{6BEB99DE-173D-42FB-841B-8B9E4EEC378F}"/>
          </ac:cxnSpMkLst>
        </pc:cxnChg>
      </pc:sldChg>
      <pc:sldChg chg="addSp delSp modSp mod">
        <pc:chgData name="BELMONTE MELISSA" userId="972967c4-786f-47b4-95b2-cf436463b084" providerId="ADAL" clId="{BFF9DD5C-3228-4E82-BF29-78B399696D15}" dt="2026-04-13T10:41:28.746" v="1083" actId="108"/>
        <pc:sldMkLst>
          <pc:docMk/>
          <pc:sldMk cId="3990599225" sldId="1168"/>
        </pc:sldMkLst>
        <pc:spChg chg="mod">
          <ac:chgData name="BELMONTE MELISSA" userId="972967c4-786f-47b4-95b2-cf436463b084" providerId="ADAL" clId="{BFF9DD5C-3228-4E82-BF29-78B399696D15}" dt="2026-04-13T10:41:21.809" v="1082" actId="1076"/>
          <ac:spMkLst>
            <pc:docMk/>
            <pc:sldMk cId="3990599225" sldId="1168"/>
            <ac:spMk id="7" creationId="{0B5AE61C-6C02-49FA-A8A8-5C28E5A93DFE}"/>
          </ac:spMkLst>
        </pc:spChg>
        <pc:spChg chg="mod">
          <ac:chgData name="BELMONTE MELISSA" userId="972967c4-786f-47b4-95b2-cf436463b084" providerId="ADAL" clId="{BFF9DD5C-3228-4E82-BF29-78B399696D15}" dt="2026-04-13T10:41:08.690" v="1077" actId="14100"/>
          <ac:spMkLst>
            <pc:docMk/>
            <pc:sldMk cId="3990599225" sldId="1168"/>
            <ac:spMk id="10" creationId="{82E60A6E-9C08-4D32-92BF-3E1B9FD05CED}"/>
          </ac:spMkLst>
        </pc:spChg>
        <pc:picChg chg="del mod">
          <ac:chgData name="BELMONTE MELISSA" userId="972967c4-786f-47b4-95b2-cf436463b084" providerId="ADAL" clId="{BFF9DD5C-3228-4E82-BF29-78B399696D15}" dt="2026-04-13T10:40:42.732" v="1066" actId="478"/>
          <ac:picMkLst>
            <pc:docMk/>
            <pc:sldMk cId="3990599225" sldId="1168"/>
            <ac:picMk id="6" creationId="{5B39D489-030C-4195-B32F-4EF2B9919F14}"/>
          </ac:picMkLst>
        </pc:picChg>
        <pc:picChg chg="add mod">
          <ac:chgData name="BELMONTE MELISSA" userId="972967c4-786f-47b4-95b2-cf436463b084" providerId="ADAL" clId="{BFF9DD5C-3228-4E82-BF29-78B399696D15}" dt="2026-04-13T10:41:28.746" v="1083" actId="108"/>
          <ac:picMkLst>
            <pc:docMk/>
            <pc:sldMk cId="3990599225" sldId="1168"/>
            <ac:picMk id="8" creationId="{8EE1137E-7233-810A-7704-6981CBED80A6}"/>
          </ac:picMkLst>
        </pc:picChg>
      </pc:sldChg>
      <pc:sldChg chg="addSp delSp modSp mod">
        <pc:chgData name="BELMONTE MELISSA" userId="972967c4-786f-47b4-95b2-cf436463b084" providerId="ADAL" clId="{BFF9DD5C-3228-4E82-BF29-78B399696D15}" dt="2026-04-13T10:47:52.177" v="1625" actId="20577"/>
        <pc:sldMkLst>
          <pc:docMk/>
          <pc:sldMk cId="3366301618" sldId="1169"/>
        </pc:sldMkLst>
        <pc:spChg chg="mod">
          <ac:chgData name="BELMONTE MELISSA" userId="972967c4-786f-47b4-95b2-cf436463b084" providerId="ADAL" clId="{BFF9DD5C-3228-4E82-BF29-78B399696D15}" dt="2026-04-13T10:44:40.405" v="1228" actId="1076"/>
          <ac:spMkLst>
            <pc:docMk/>
            <pc:sldMk cId="3366301618" sldId="1169"/>
            <ac:spMk id="10" creationId="{82E60A6E-9C08-4D32-92BF-3E1B9FD05CED}"/>
          </ac:spMkLst>
        </pc:spChg>
        <pc:spChg chg="add mod">
          <ac:chgData name="BELMONTE MELISSA" userId="972967c4-786f-47b4-95b2-cf436463b084" providerId="ADAL" clId="{BFF9DD5C-3228-4E82-BF29-78B399696D15}" dt="2026-04-13T10:47:52.177" v="1625" actId="20577"/>
          <ac:spMkLst>
            <pc:docMk/>
            <pc:sldMk cId="3366301618" sldId="1169"/>
            <ac:spMk id="11" creationId="{8BE62557-5456-8747-04B2-255834BAF8A3}"/>
          </ac:spMkLst>
        </pc:spChg>
        <pc:picChg chg="add mod ord">
          <ac:chgData name="BELMONTE MELISSA" userId="972967c4-786f-47b4-95b2-cf436463b084" providerId="ADAL" clId="{BFF9DD5C-3228-4E82-BF29-78B399696D15}" dt="2026-04-13T10:44:56.288" v="1234" actId="167"/>
          <ac:picMkLst>
            <pc:docMk/>
            <pc:sldMk cId="3366301618" sldId="1169"/>
            <ac:picMk id="6" creationId="{4BD50066-BD1D-BC3D-7398-C645E59FD5CE}"/>
          </ac:picMkLst>
        </pc:picChg>
        <pc:picChg chg="del">
          <ac:chgData name="BELMONTE MELISSA" userId="972967c4-786f-47b4-95b2-cf436463b084" providerId="ADAL" clId="{BFF9DD5C-3228-4E82-BF29-78B399696D15}" dt="2026-04-13T10:43:56.521" v="1086" actId="478"/>
          <ac:picMkLst>
            <pc:docMk/>
            <pc:sldMk cId="3366301618" sldId="1169"/>
            <ac:picMk id="7" creationId="{1E26E456-D2D9-4E60-8679-84319784BA49}"/>
          </ac:picMkLst>
        </pc:picChg>
        <pc:cxnChg chg="mod">
          <ac:chgData name="BELMONTE MELISSA" userId="972967c4-786f-47b4-95b2-cf436463b084" providerId="ADAL" clId="{BFF9DD5C-3228-4E82-BF29-78B399696D15}" dt="2026-04-13T10:44:59.921" v="1235" actId="1076"/>
          <ac:cxnSpMkLst>
            <pc:docMk/>
            <pc:sldMk cId="3366301618" sldId="1169"/>
            <ac:cxnSpMk id="12" creationId="{F2FBE068-7C6B-44D4-B21E-A6C1F71CCFD3}"/>
          </ac:cxnSpMkLst>
        </pc:cxnChg>
        <pc:cxnChg chg="add mod">
          <ac:chgData name="BELMONTE MELISSA" userId="972967c4-786f-47b4-95b2-cf436463b084" providerId="ADAL" clId="{BFF9DD5C-3228-4E82-BF29-78B399696D15}" dt="2026-04-13T10:47:04.015" v="1613" actId="14100"/>
          <ac:cxnSpMkLst>
            <pc:docMk/>
            <pc:sldMk cId="3366301618" sldId="1169"/>
            <ac:cxnSpMk id="13" creationId="{389F1A60-3875-B2CB-635A-ED1DBF17EBDB}"/>
          </ac:cxnSpMkLst>
        </pc:cxnChg>
      </pc:sldChg>
      <pc:sldChg chg="delSp mod">
        <pc:chgData name="BELMONTE MELISSA" userId="972967c4-786f-47b4-95b2-cf436463b084" providerId="ADAL" clId="{BFF9DD5C-3228-4E82-BF29-78B399696D15}" dt="2026-04-13T10:41:40.064" v="1085" actId="478"/>
        <pc:sldMkLst>
          <pc:docMk/>
          <pc:sldMk cId="3893526548" sldId="1183"/>
        </pc:sldMkLst>
        <pc:picChg chg="del">
          <ac:chgData name="BELMONTE MELISSA" userId="972967c4-786f-47b4-95b2-cf436463b084" providerId="ADAL" clId="{BFF9DD5C-3228-4E82-BF29-78B399696D15}" dt="2026-04-13T10:41:40.064" v="1085" actId="478"/>
          <ac:picMkLst>
            <pc:docMk/>
            <pc:sldMk cId="3893526548" sldId="1183"/>
            <ac:picMk id="20" creationId="{7A55E800-EAF1-42DD-9453-979C9F88453D}"/>
          </ac:picMkLst>
        </pc:picChg>
      </pc:sldChg>
      <pc:sldChg chg="addSp modSp mod">
        <pc:chgData name="BELMONTE MELISSA" userId="972967c4-786f-47b4-95b2-cf436463b084" providerId="ADAL" clId="{BFF9DD5C-3228-4E82-BF29-78B399696D15}" dt="2026-04-13T10:57:05.898" v="2111" actId="465"/>
        <pc:sldMkLst>
          <pc:docMk/>
          <pc:sldMk cId="3329661763" sldId="1185"/>
        </pc:sldMkLst>
        <pc:spChg chg="add mod">
          <ac:chgData name="BELMONTE MELISSA" userId="972967c4-786f-47b4-95b2-cf436463b084" providerId="ADAL" clId="{BFF9DD5C-3228-4E82-BF29-78B399696D15}" dt="2026-04-13T10:56:09.347" v="2097" actId="21"/>
          <ac:spMkLst>
            <pc:docMk/>
            <pc:sldMk cId="3329661763" sldId="1185"/>
            <ac:spMk id="5" creationId="{65BCAF2D-6048-3F00-BFB6-AF5C06DD7023}"/>
          </ac:spMkLst>
        </pc:spChg>
        <pc:spChg chg="add mod">
          <ac:chgData name="BELMONTE MELISSA" userId="972967c4-786f-47b4-95b2-cf436463b084" providerId="ADAL" clId="{BFF9DD5C-3228-4E82-BF29-78B399696D15}" dt="2026-04-13T10:57:05.898" v="2111" actId="465"/>
          <ac:spMkLst>
            <pc:docMk/>
            <pc:sldMk cId="3329661763" sldId="1185"/>
            <ac:spMk id="6" creationId="{A7F1D1F2-24F9-3485-23EC-480F9171D3E8}"/>
          </ac:spMkLst>
        </pc:spChg>
        <pc:spChg chg="mod">
          <ac:chgData name="BELMONTE MELISSA" userId="972967c4-786f-47b4-95b2-cf436463b084" providerId="ADAL" clId="{BFF9DD5C-3228-4E82-BF29-78B399696D15}" dt="2026-04-13T10:57:05.898" v="2111" actId="465"/>
          <ac:spMkLst>
            <pc:docMk/>
            <pc:sldMk cId="3329661763" sldId="1185"/>
            <ac:spMk id="7" creationId="{CD9C5580-FF2A-41F7-9FEE-9B7509E04CD1}"/>
          </ac:spMkLst>
        </pc:spChg>
        <pc:spChg chg="mod">
          <ac:chgData name="BELMONTE MELISSA" userId="972967c4-786f-47b4-95b2-cf436463b084" providerId="ADAL" clId="{BFF9DD5C-3228-4E82-BF29-78B399696D15}" dt="2026-04-13T10:57:05.898" v="2111" actId="465"/>
          <ac:spMkLst>
            <pc:docMk/>
            <pc:sldMk cId="3329661763" sldId="1185"/>
            <ac:spMk id="8" creationId="{7888A5E2-7BAA-43E8-B7D0-3C37F29276B6}"/>
          </ac:spMkLst>
        </pc:spChg>
        <pc:spChg chg="mod">
          <ac:chgData name="BELMONTE MELISSA" userId="972967c4-786f-47b4-95b2-cf436463b084" providerId="ADAL" clId="{BFF9DD5C-3228-4E82-BF29-78B399696D15}" dt="2026-04-13T10:57:03.759" v="2110" actId="408"/>
          <ac:spMkLst>
            <pc:docMk/>
            <pc:sldMk cId="3329661763" sldId="1185"/>
            <ac:spMk id="9" creationId="{7B747847-1994-435C-9C28-C74D4FCC8726}"/>
          </ac:spMkLst>
        </pc:spChg>
        <pc:spChg chg="mod">
          <ac:chgData name="BELMONTE MELISSA" userId="972967c4-786f-47b4-95b2-cf436463b084" providerId="ADAL" clId="{BFF9DD5C-3228-4E82-BF29-78B399696D15}" dt="2026-04-13T10:56:45.227" v="2109" actId="12788"/>
          <ac:spMkLst>
            <pc:docMk/>
            <pc:sldMk cId="3329661763" sldId="1185"/>
            <ac:spMk id="10" creationId="{43DF5E1D-91FA-492D-8578-A6A09D115783}"/>
          </ac:spMkLst>
        </pc:spChg>
      </pc:sldChg>
      <pc:sldChg chg="modSp mod">
        <pc:chgData name="BELMONTE MELISSA" userId="972967c4-786f-47b4-95b2-cf436463b084" providerId="ADAL" clId="{BFF9DD5C-3228-4E82-BF29-78B399696D15}" dt="2026-04-13T10:49:48.506" v="1835" actId="14100"/>
        <pc:sldMkLst>
          <pc:docMk/>
          <pc:sldMk cId="1138758748" sldId="1197"/>
        </pc:sldMkLst>
        <pc:spChg chg="mod">
          <ac:chgData name="BELMONTE MELISSA" userId="972967c4-786f-47b4-95b2-cf436463b084" providerId="ADAL" clId="{BFF9DD5C-3228-4E82-BF29-78B399696D15}" dt="2026-04-13T10:49:48.506" v="1835" actId="14100"/>
          <ac:spMkLst>
            <pc:docMk/>
            <pc:sldMk cId="1138758748" sldId="1197"/>
            <ac:spMk id="34" creationId="{3C5A4858-CBAA-470B-BC39-E4E874543B9E}"/>
          </ac:spMkLst>
        </pc:spChg>
      </pc:sldChg>
      <pc:sldChg chg="addSp modSp mod">
        <pc:chgData name="BELMONTE MELISSA" userId="972967c4-786f-47b4-95b2-cf436463b084" providerId="ADAL" clId="{BFF9DD5C-3228-4E82-BF29-78B399696D15}" dt="2026-04-13T10:52:30.991" v="1987" actId="1076"/>
        <pc:sldMkLst>
          <pc:docMk/>
          <pc:sldMk cId="3167979949" sldId="1200"/>
        </pc:sldMkLst>
        <pc:spChg chg="add mod">
          <ac:chgData name="BELMONTE MELISSA" userId="972967c4-786f-47b4-95b2-cf436463b084" providerId="ADAL" clId="{BFF9DD5C-3228-4E82-BF29-78B399696D15}" dt="2026-04-13T10:50:43.300" v="1844" actId="14100"/>
          <ac:spMkLst>
            <pc:docMk/>
            <pc:sldMk cId="3167979949" sldId="1200"/>
            <ac:spMk id="5" creationId="{8D4B7ACB-4163-4A43-BB85-529DA96787C4}"/>
          </ac:spMkLst>
        </pc:spChg>
        <pc:spChg chg="mod">
          <ac:chgData name="BELMONTE MELISSA" userId="972967c4-786f-47b4-95b2-cf436463b084" providerId="ADAL" clId="{BFF9DD5C-3228-4E82-BF29-78B399696D15}" dt="2026-04-13T10:52:15.087" v="1984" actId="20577"/>
          <ac:spMkLst>
            <pc:docMk/>
            <pc:sldMk cId="3167979949" sldId="1200"/>
            <ac:spMk id="15" creationId="{B8394C1E-91BE-4784-B1D3-C1EE3BB6DE8E}"/>
          </ac:spMkLst>
        </pc:spChg>
        <pc:picChg chg="mod">
          <ac:chgData name="BELMONTE MELISSA" userId="972967c4-786f-47b4-95b2-cf436463b084" providerId="ADAL" clId="{BFF9DD5C-3228-4E82-BF29-78B399696D15}" dt="2026-04-13T10:50:38.987" v="1842" actId="1076"/>
          <ac:picMkLst>
            <pc:docMk/>
            <pc:sldMk cId="3167979949" sldId="1200"/>
            <ac:picMk id="6" creationId="{445F0805-6821-43B1-9001-AEB3B1FA1908}"/>
          </ac:picMkLst>
        </pc:picChg>
        <pc:picChg chg="add mod">
          <ac:chgData name="BELMONTE MELISSA" userId="972967c4-786f-47b4-95b2-cf436463b084" providerId="ADAL" clId="{BFF9DD5C-3228-4E82-BF29-78B399696D15}" dt="2026-04-13T10:52:30.991" v="1987" actId="1076"/>
          <ac:picMkLst>
            <pc:docMk/>
            <pc:sldMk cId="3167979949" sldId="1200"/>
            <ac:picMk id="8" creationId="{5200D9C1-7C14-E90B-812D-F3B1DE070658}"/>
          </ac:picMkLst>
        </pc:picChg>
      </pc:sldChg>
      <pc:sldChg chg="modSp mod">
        <pc:chgData name="BELMONTE MELISSA" userId="972967c4-786f-47b4-95b2-cf436463b084" providerId="ADAL" clId="{BFF9DD5C-3228-4E82-BF29-78B399696D15}" dt="2026-04-13T10:53:18.843" v="1989" actId="5793"/>
        <pc:sldMkLst>
          <pc:docMk/>
          <pc:sldMk cId="2513827999" sldId="1201"/>
        </pc:sldMkLst>
        <pc:spChg chg="mod">
          <ac:chgData name="BELMONTE MELISSA" userId="972967c4-786f-47b4-95b2-cf436463b084" providerId="ADAL" clId="{BFF9DD5C-3228-4E82-BF29-78B399696D15}" dt="2026-04-13T10:53:18.843" v="1989" actId="5793"/>
          <ac:spMkLst>
            <pc:docMk/>
            <pc:sldMk cId="2513827999" sldId="1201"/>
            <ac:spMk id="20" creationId="{D184F413-56A4-4D8E-B0D3-C9953C5425B9}"/>
          </ac:spMkLst>
        </pc:spChg>
      </pc:sldChg>
      <pc:sldChg chg="modSp mod">
        <pc:chgData name="BELMONTE MELISSA" userId="972967c4-786f-47b4-95b2-cf436463b084" providerId="ADAL" clId="{BFF9DD5C-3228-4E82-BF29-78B399696D15}" dt="2026-04-13T10:13:06.066" v="375" actId="6549"/>
        <pc:sldMkLst>
          <pc:docMk/>
          <pc:sldMk cId="3356485999" sldId="1203"/>
        </pc:sldMkLst>
        <pc:spChg chg="mod">
          <ac:chgData name="BELMONTE MELISSA" userId="972967c4-786f-47b4-95b2-cf436463b084" providerId="ADAL" clId="{BFF9DD5C-3228-4E82-BF29-78B399696D15}" dt="2026-04-13T10:13:06.066" v="375" actId="6549"/>
          <ac:spMkLst>
            <pc:docMk/>
            <pc:sldMk cId="3356485999" sldId="1203"/>
            <ac:spMk id="49" creationId="{979602F4-914B-49AB-97B1-87E3271657B3}"/>
          </ac:spMkLst>
        </pc:spChg>
      </pc:sldChg>
      <pc:sldChg chg="add del">
        <pc:chgData name="BELMONTE MELISSA" userId="972967c4-786f-47b4-95b2-cf436463b084" providerId="ADAL" clId="{BFF9DD5C-3228-4E82-BF29-78B399696D15}" dt="2026-04-13T10:54:18.087" v="1994" actId="47"/>
        <pc:sldMkLst>
          <pc:docMk/>
          <pc:sldMk cId="2114952592" sldId="1209"/>
        </pc:sldMkLst>
      </pc:sldChg>
      <pc:sldChg chg="add del">
        <pc:chgData name="BELMONTE MELISSA" userId="972967c4-786f-47b4-95b2-cf436463b084" providerId="ADAL" clId="{BFF9DD5C-3228-4E82-BF29-78B399696D15}" dt="2026-04-13T10:53:29.667" v="1991" actId="47"/>
        <pc:sldMkLst>
          <pc:docMk/>
          <pc:sldMk cId="3680269223" sldId="1209"/>
        </pc:sldMkLst>
      </pc:sldChg>
      <pc:sldChg chg="delSp modSp add mod">
        <pc:chgData name="BELMONTE MELISSA" userId="972967c4-786f-47b4-95b2-cf436463b084" providerId="ADAL" clId="{BFF9DD5C-3228-4E82-BF29-78B399696D15}" dt="2026-04-13T10:55:14.102" v="2094" actId="1076"/>
        <pc:sldMkLst>
          <pc:docMk/>
          <pc:sldMk cId="1458621833" sldId="1210"/>
        </pc:sldMkLst>
        <pc:spChg chg="mod">
          <ac:chgData name="BELMONTE MELISSA" userId="972967c4-786f-47b4-95b2-cf436463b084" providerId="ADAL" clId="{BFF9DD5C-3228-4E82-BF29-78B399696D15}" dt="2026-04-13T10:55:14.102" v="2094" actId="1076"/>
          <ac:spMkLst>
            <pc:docMk/>
            <pc:sldMk cId="1458621833" sldId="1210"/>
            <ac:spMk id="6" creationId="{0F0D76D1-3632-A6DA-3DA7-FBBC6254FDFA}"/>
          </ac:spMkLst>
        </pc:spChg>
        <pc:spChg chg="mod">
          <ac:chgData name="BELMONTE MELISSA" userId="972967c4-786f-47b4-95b2-cf436463b084" providerId="ADAL" clId="{BFF9DD5C-3228-4E82-BF29-78B399696D15}" dt="2026-04-13T10:55:14.102" v="2094" actId="1076"/>
          <ac:spMkLst>
            <pc:docMk/>
            <pc:sldMk cId="1458621833" sldId="1210"/>
            <ac:spMk id="16" creationId="{28892A25-8B83-4EC2-9DAE-DBCE5F8B9E8B}"/>
          </ac:spMkLst>
        </pc:spChg>
        <pc:spChg chg="del">
          <ac:chgData name="BELMONTE MELISSA" userId="972967c4-786f-47b4-95b2-cf436463b084" providerId="ADAL" clId="{BFF9DD5C-3228-4E82-BF29-78B399696D15}" dt="2026-04-13T10:54:27.288" v="1995" actId="478"/>
          <ac:spMkLst>
            <pc:docMk/>
            <pc:sldMk cId="1458621833" sldId="1210"/>
            <ac:spMk id="17" creationId="{05505562-A2DE-4215-A60A-4D5EBB42E3B4}"/>
          </ac:spMkLst>
        </pc:spChg>
        <pc:picChg chg="mod">
          <ac:chgData name="BELMONTE MELISSA" userId="972967c4-786f-47b4-95b2-cf436463b084" providerId="ADAL" clId="{BFF9DD5C-3228-4E82-BF29-78B399696D15}" dt="2026-04-13T10:55:14.102" v="2094" actId="1076"/>
          <ac:picMkLst>
            <pc:docMk/>
            <pc:sldMk cId="1458621833" sldId="1210"/>
            <ac:picMk id="5" creationId="{749F600C-4AEC-4870-9FD0-830BAA11E82A}"/>
          </ac:picMkLst>
        </pc:picChg>
        <pc:picChg chg="del">
          <ac:chgData name="BELMONTE MELISSA" userId="972967c4-786f-47b4-95b2-cf436463b084" providerId="ADAL" clId="{BFF9DD5C-3228-4E82-BF29-78B399696D15}" dt="2026-04-13T10:54:28.805" v="1996" actId="478"/>
          <ac:picMkLst>
            <pc:docMk/>
            <pc:sldMk cId="1458621833" sldId="1210"/>
            <ac:picMk id="11" creationId="{C658FD3B-DFF9-4DFE-AF8C-14B33A0B94F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2"/>
            <a:ext cx="2946400" cy="4968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49688" y="2"/>
            <a:ext cx="2946400" cy="496888"/>
          </a:xfrm>
          <a:prstGeom prst="rect">
            <a:avLst/>
          </a:prstGeom>
        </p:spPr>
        <p:txBody>
          <a:bodyPr vert="horz" lIns="91440" tIns="45720" rIns="91440" bIns="45720" rtlCol="0"/>
          <a:lstStyle>
            <a:lvl1pPr algn="r">
              <a:defRPr sz="1200"/>
            </a:lvl1pPr>
          </a:lstStyle>
          <a:p>
            <a:fld id="{8C548D2C-EBD6-4B40-B8B3-9295A1848585}" type="datetimeFigureOut">
              <a:rPr lang="it-IT" smtClean="0"/>
              <a:t>13/04/2026</a:t>
            </a:fld>
            <a:endParaRPr lang="it-IT"/>
          </a:p>
        </p:txBody>
      </p:sp>
      <p:sp>
        <p:nvSpPr>
          <p:cNvPr id="4" name="Segnaposto piè di pagina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7EB64D91-AD00-4E7D-895F-6A32584A2684}" type="slidenum">
              <a:rPr lang="it-IT" smtClean="0"/>
              <a:t>‹N›</a:t>
            </a:fld>
            <a:endParaRPr lang="it-IT"/>
          </a:p>
        </p:txBody>
      </p:sp>
    </p:spTree>
    <p:extLst>
      <p:ext uri="{BB962C8B-B14F-4D97-AF65-F5344CB8AC3E}">
        <p14:creationId xmlns:p14="http://schemas.microsoft.com/office/powerpoint/2010/main" val="39677556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3" y="1"/>
            <a:ext cx="2946400" cy="496889"/>
          </a:xfrm>
          <a:prstGeom prst="rect">
            <a:avLst/>
          </a:prstGeom>
        </p:spPr>
        <p:txBody>
          <a:bodyPr vert="horz" lIns="91364" tIns="45684" rIns="91364" bIns="45684" rtlCol="0"/>
          <a:lstStyle>
            <a:lvl1pPr algn="l" defTabSz="913955" fontAlgn="auto">
              <a:spcBef>
                <a:spcPts val="0"/>
              </a:spcBef>
              <a:spcAft>
                <a:spcPts val="0"/>
              </a:spcAft>
              <a:defRPr sz="1200">
                <a:latin typeface="+mn-lt"/>
                <a:cs typeface="+mn-cs"/>
              </a:defRPr>
            </a:lvl1pPr>
          </a:lstStyle>
          <a:p>
            <a:pPr>
              <a:defRPr/>
            </a:pPr>
            <a:endParaRPr lang="it-IT" dirty="0"/>
          </a:p>
        </p:txBody>
      </p:sp>
      <p:sp>
        <p:nvSpPr>
          <p:cNvPr id="3" name="Segnaposto data 2"/>
          <p:cNvSpPr>
            <a:spLocks noGrp="1"/>
          </p:cNvSpPr>
          <p:nvPr>
            <p:ph type="dt" idx="1"/>
          </p:nvPr>
        </p:nvSpPr>
        <p:spPr>
          <a:xfrm>
            <a:off x="3849692" y="1"/>
            <a:ext cx="2946400" cy="496889"/>
          </a:xfrm>
          <a:prstGeom prst="rect">
            <a:avLst/>
          </a:prstGeom>
        </p:spPr>
        <p:txBody>
          <a:bodyPr vert="horz" lIns="91364" tIns="45684" rIns="91364" bIns="45684" rtlCol="0"/>
          <a:lstStyle>
            <a:lvl1pPr algn="r" defTabSz="913955" fontAlgn="auto">
              <a:spcBef>
                <a:spcPts val="0"/>
              </a:spcBef>
              <a:spcAft>
                <a:spcPts val="0"/>
              </a:spcAft>
              <a:defRPr sz="1200">
                <a:latin typeface="+mn-lt"/>
                <a:cs typeface="+mn-cs"/>
              </a:defRPr>
            </a:lvl1pPr>
          </a:lstStyle>
          <a:p>
            <a:pPr>
              <a:defRPr/>
            </a:pPr>
            <a:fld id="{F84738B8-962D-42B6-9FE2-54F596CB6203}" type="datetimeFigureOut">
              <a:rPr lang="it-IT"/>
              <a:pPr>
                <a:defRPr/>
              </a:pPr>
              <a:t>13/04/2026</a:t>
            </a:fld>
            <a:endParaRPr lang="it-IT" dirty="0"/>
          </a:p>
        </p:txBody>
      </p:sp>
      <p:sp>
        <p:nvSpPr>
          <p:cNvPr id="4" name="Segnaposto immagine diapositiva 3"/>
          <p:cNvSpPr>
            <a:spLocks noGrp="1" noRot="1" noChangeAspect="1"/>
          </p:cNvSpPr>
          <p:nvPr>
            <p:ph type="sldImg" idx="2"/>
          </p:nvPr>
        </p:nvSpPr>
        <p:spPr>
          <a:xfrm>
            <a:off x="915988" y="746125"/>
            <a:ext cx="4965700" cy="3724275"/>
          </a:xfrm>
          <a:prstGeom prst="rect">
            <a:avLst/>
          </a:prstGeom>
          <a:noFill/>
          <a:ln w="12700">
            <a:solidFill>
              <a:prstClr val="black"/>
            </a:solidFill>
          </a:ln>
        </p:spPr>
        <p:txBody>
          <a:bodyPr vert="horz" lIns="91364" tIns="45684" rIns="91364" bIns="45684" rtlCol="0" anchor="ctr"/>
          <a:lstStyle/>
          <a:p>
            <a:pPr lvl="0"/>
            <a:endParaRPr lang="it-IT" noProof="0" dirty="0"/>
          </a:p>
        </p:txBody>
      </p:sp>
      <p:sp>
        <p:nvSpPr>
          <p:cNvPr id="5" name="Segnaposto note 4"/>
          <p:cNvSpPr>
            <a:spLocks noGrp="1"/>
          </p:cNvSpPr>
          <p:nvPr>
            <p:ph type="body" sz="quarter" idx="3"/>
          </p:nvPr>
        </p:nvSpPr>
        <p:spPr>
          <a:xfrm>
            <a:off x="679457" y="4716472"/>
            <a:ext cx="5438775" cy="4467225"/>
          </a:xfrm>
          <a:prstGeom prst="rect">
            <a:avLst/>
          </a:prstGeom>
        </p:spPr>
        <p:txBody>
          <a:bodyPr vert="horz" lIns="91364" tIns="45684" rIns="91364" bIns="45684" rtlCol="0"/>
          <a:lstStyle/>
          <a:p>
            <a:pPr lvl="0"/>
            <a:r>
              <a:rPr lang="it-IT" noProof="0"/>
              <a:t>Fare clic per modificare stili del testo dello schema</a:t>
            </a:r>
          </a:p>
          <a:p>
            <a:pPr lvl="1"/>
            <a:r>
              <a:rPr lang="it-IT" noProof="0"/>
              <a:t>Secondo livello</a:t>
            </a:r>
          </a:p>
          <a:p>
            <a:pPr lvl="2"/>
            <a:r>
              <a:rPr lang="it-IT" noProof="0"/>
              <a:t>Terzo livello</a:t>
            </a:r>
          </a:p>
          <a:p>
            <a:pPr lvl="3"/>
            <a:r>
              <a:rPr lang="it-IT" noProof="0"/>
              <a:t>Quarto livello</a:t>
            </a:r>
          </a:p>
          <a:p>
            <a:pPr lvl="4"/>
            <a:r>
              <a:rPr lang="it-IT" noProof="0"/>
              <a:t>Quinto livello</a:t>
            </a:r>
          </a:p>
        </p:txBody>
      </p:sp>
      <p:sp>
        <p:nvSpPr>
          <p:cNvPr id="6" name="Segnaposto piè di pagina 5"/>
          <p:cNvSpPr>
            <a:spLocks noGrp="1"/>
          </p:cNvSpPr>
          <p:nvPr>
            <p:ph type="ftr" sz="quarter" idx="4"/>
          </p:nvPr>
        </p:nvSpPr>
        <p:spPr>
          <a:xfrm>
            <a:off x="3" y="9429754"/>
            <a:ext cx="2946400" cy="496889"/>
          </a:xfrm>
          <a:prstGeom prst="rect">
            <a:avLst/>
          </a:prstGeom>
        </p:spPr>
        <p:txBody>
          <a:bodyPr vert="horz" lIns="91364" tIns="45684" rIns="91364" bIns="45684" rtlCol="0" anchor="b"/>
          <a:lstStyle>
            <a:lvl1pPr algn="l" defTabSz="913955" fontAlgn="auto">
              <a:spcBef>
                <a:spcPts val="0"/>
              </a:spcBef>
              <a:spcAft>
                <a:spcPts val="0"/>
              </a:spcAft>
              <a:defRPr sz="1200">
                <a:latin typeface="+mn-lt"/>
                <a:cs typeface="+mn-cs"/>
              </a:defRPr>
            </a:lvl1pPr>
          </a:lstStyle>
          <a:p>
            <a:pPr>
              <a:defRPr/>
            </a:pPr>
            <a:endParaRPr lang="it-IT" dirty="0"/>
          </a:p>
        </p:txBody>
      </p:sp>
      <p:sp>
        <p:nvSpPr>
          <p:cNvPr id="7" name="Segnaposto numero diapositiva 6"/>
          <p:cNvSpPr>
            <a:spLocks noGrp="1"/>
          </p:cNvSpPr>
          <p:nvPr>
            <p:ph type="sldNum" sz="quarter" idx="5"/>
          </p:nvPr>
        </p:nvSpPr>
        <p:spPr>
          <a:xfrm>
            <a:off x="3849692" y="9429754"/>
            <a:ext cx="2946400" cy="496889"/>
          </a:xfrm>
          <a:prstGeom prst="rect">
            <a:avLst/>
          </a:prstGeom>
        </p:spPr>
        <p:txBody>
          <a:bodyPr vert="horz" lIns="91364" tIns="45684" rIns="91364" bIns="45684" rtlCol="0" anchor="b"/>
          <a:lstStyle>
            <a:lvl1pPr algn="r" defTabSz="913955" fontAlgn="auto">
              <a:spcBef>
                <a:spcPts val="0"/>
              </a:spcBef>
              <a:spcAft>
                <a:spcPts val="0"/>
              </a:spcAft>
              <a:defRPr sz="1200">
                <a:latin typeface="+mn-lt"/>
                <a:cs typeface="+mn-cs"/>
              </a:defRPr>
            </a:lvl1pPr>
          </a:lstStyle>
          <a:p>
            <a:pPr>
              <a:defRPr/>
            </a:pPr>
            <a:fld id="{0CCEBC9D-E92B-4B6D-A412-7667C18496D5}" type="slidenum">
              <a:rPr lang="it-IT"/>
              <a:pPr>
                <a:defRPr/>
              </a:pPr>
              <a:t>‹N›</a:t>
            </a:fld>
            <a:endParaRPr lang="it-IT" dirty="0"/>
          </a:p>
        </p:txBody>
      </p:sp>
    </p:spTree>
    <p:extLst>
      <p:ext uri="{BB962C8B-B14F-4D97-AF65-F5344CB8AC3E}">
        <p14:creationId xmlns:p14="http://schemas.microsoft.com/office/powerpoint/2010/main" val="1540723609"/>
      </p:ext>
    </p:extLst>
  </p:cSld>
  <p:clrMap bg1="lt1" tx1="dk1" bg2="lt2" tx2="dk2" accent1="accent1" accent2="accent2" accent3="accent3" accent4="accent4" accent5="accent5" accent6="accent6" hlink="hlink" folHlink="folHlink"/>
  <p:notesStyle>
    <a:lvl1pPr algn="l" defTabSz="912813" rtl="0" eaLnBrk="0" fontAlgn="base" hangingPunct="0">
      <a:spcBef>
        <a:spcPct val="30000"/>
      </a:spcBef>
      <a:spcAft>
        <a:spcPct val="0"/>
      </a:spcAft>
      <a:defRPr sz="1200" kern="1200">
        <a:solidFill>
          <a:schemeClr val="tx1"/>
        </a:solidFill>
        <a:latin typeface="+mn-lt"/>
        <a:ea typeface="+mn-ea"/>
        <a:cs typeface="+mn-cs"/>
      </a:defRPr>
    </a:lvl1pPr>
    <a:lvl2pPr marL="455613" algn="l" defTabSz="912813" rtl="0" eaLnBrk="0" fontAlgn="base" hangingPunct="0">
      <a:spcBef>
        <a:spcPct val="30000"/>
      </a:spcBef>
      <a:spcAft>
        <a:spcPct val="0"/>
      </a:spcAft>
      <a:defRPr sz="1200" kern="1200">
        <a:solidFill>
          <a:schemeClr val="tx1"/>
        </a:solidFill>
        <a:latin typeface="+mn-lt"/>
        <a:ea typeface="+mn-ea"/>
        <a:cs typeface="+mn-cs"/>
      </a:defRPr>
    </a:lvl2pPr>
    <a:lvl3pPr marL="912813" algn="l" defTabSz="912813" rtl="0" eaLnBrk="0" fontAlgn="base" hangingPunct="0">
      <a:spcBef>
        <a:spcPct val="30000"/>
      </a:spcBef>
      <a:spcAft>
        <a:spcPct val="0"/>
      </a:spcAft>
      <a:defRPr sz="1200" kern="1200">
        <a:solidFill>
          <a:schemeClr val="tx1"/>
        </a:solidFill>
        <a:latin typeface="+mn-lt"/>
        <a:ea typeface="+mn-ea"/>
        <a:cs typeface="+mn-cs"/>
      </a:defRPr>
    </a:lvl3pPr>
    <a:lvl4pPr marL="1370013" algn="l" defTabSz="912813" rtl="0" eaLnBrk="0" fontAlgn="base" hangingPunct="0">
      <a:spcBef>
        <a:spcPct val="30000"/>
      </a:spcBef>
      <a:spcAft>
        <a:spcPct val="0"/>
      </a:spcAft>
      <a:defRPr sz="1200" kern="1200">
        <a:solidFill>
          <a:schemeClr val="tx1"/>
        </a:solidFill>
        <a:latin typeface="+mn-lt"/>
        <a:ea typeface="+mn-ea"/>
        <a:cs typeface="+mn-cs"/>
      </a:defRPr>
    </a:lvl4pPr>
    <a:lvl5pPr marL="1827213" algn="l" defTabSz="912813" rtl="0" eaLnBrk="0" fontAlgn="base" hangingPunct="0">
      <a:spcBef>
        <a:spcPct val="30000"/>
      </a:spcBef>
      <a:spcAft>
        <a:spcPct val="0"/>
      </a:spcAft>
      <a:defRPr sz="1200" kern="1200">
        <a:solidFill>
          <a:schemeClr val="tx1"/>
        </a:solidFill>
        <a:latin typeface="+mn-lt"/>
        <a:ea typeface="+mn-ea"/>
        <a:cs typeface="+mn-cs"/>
      </a:defRPr>
    </a:lvl5pPr>
    <a:lvl6pPr marL="2285729" algn="l" defTabSz="914291" rtl="0" eaLnBrk="1" latinLnBrk="0" hangingPunct="1">
      <a:defRPr sz="1200" kern="1200">
        <a:solidFill>
          <a:schemeClr val="tx1"/>
        </a:solidFill>
        <a:latin typeface="+mn-lt"/>
        <a:ea typeface="+mn-ea"/>
        <a:cs typeface="+mn-cs"/>
      </a:defRPr>
    </a:lvl6pPr>
    <a:lvl7pPr marL="2742874" algn="l" defTabSz="914291" rtl="0" eaLnBrk="1" latinLnBrk="0" hangingPunct="1">
      <a:defRPr sz="1200" kern="1200">
        <a:solidFill>
          <a:schemeClr val="tx1"/>
        </a:solidFill>
        <a:latin typeface="+mn-lt"/>
        <a:ea typeface="+mn-ea"/>
        <a:cs typeface="+mn-cs"/>
      </a:defRPr>
    </a:lvl7pPr>
    <a:lvl8pPr marL="3200020" algn="l" defTabSz="914291" rtl="0" eaLnBrk="1" latinLnBrk="0" hangingPunct="1">
      <a:defRPr sz="1200" kern="1200">
        <a:solidFill>
          <a:schemeClr val="tx1"/>
        </a:solidFill>
        <a:latin typeface="+mn-lt"/>
        <a:ea typeface="+mn-ea"/>
        <a:cs typeface="+mn-cs"/>
      </a:defRPr>
    </a:lvl8pPr>
    <a:lvl9pPr marL="3657166" algn="l" defTabSz="914291"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a:t>
            </a:fld>
            <a:endParaRPr lang="it-IT" dirty="0"/>
          </a:p>
        </p:txBody>
      </p:sp>
    </p:spTree>
    <p:extLst>
      <p:ext uri="{BB962C8B-B14F-4D97-AF65-F5344CB8AC3E}">
        <p14:creationId xmlns:p14="http://schemas.microsoft.com/office/powerpoint/2010/main" val="2141439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a:t>
            </a:fld>
            <a:endParaRPr lang="it-IT" dirty="0"/>
          </a:p>
        </p:txBody>
      </p:sp>
    </p:spTree>
    <p:extLst>
      <p:ext uri="{BB962C8B-B14F-4D97-AF65-F5344CB8AC3E}">
        <p14:creationId xmlns:p14="http://schemas.microsoft.com/office/powerpoint/2010/main" val="4134100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4</a:t>
            </a:fld>
            <a:endParaRPr lang="it-IT" dirty="0"/>
          </a:p>
        </p:txBody>
      </p:sp>
    </p:spTree>
    <p:extLst>
      <p:ext uri="{BB962C8B-B14F-4D97-AF65-F5344CB8AC3E}">
        <p14:creationId xmlns:p14="http://schemas.microsoft.com/office/powerpoint/2010/main" val="932756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5</a:t>
            </a:fld>
            <a:endParaRPr lang="it-IT" dirty="0"/>
          </a:p>
        </p:txBody>
      </p:sp>
    </p:spTree>
    <p:extLst>
      <p:ext uri="{BB962C8B-B14F-4D97-AF65-F5344CB8AC3E}">
        <p14:creationId xmlns:p14="http://schemas.microsoft.com/office/powerpoint/2010/main" val="1098541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6</a:t>
            </a:fld>
            <a:endParaRPr lang="it-IT" dirty="0"/>
          </a:p>
        </p:txBody>
      </p:sp>
    </p:spTree>
    <p:extLst>
      <p:ext uri="{BB962C8B-B14F-4D97-AF65-F5344CB8AC3E}">
        <p14:creationId xmlns:p14="http://schemas.microsoft.com/office/powerpoint/2010/main" val="2795723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7</a:t>
            </a:fld>
            <a:endParaRPr lang="it-IT" dirty="0"/>
          </a:p>
        </p:txBody>
      </p:sp>
    </p:spTree>
    <p:extLst>
      <p:ext uri="{BB962C8B-B14F-4D97-AF65-F5344CB8AC3E}">
        <p14:creationId xmlns:p14="http://schemas.microsoft.com/office/powerpoint/2010/main" val="1820219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8</a:t>
            </a:fld>
            <a:endParaRPr lang="it-IT" dirty="0"/>
          </a:p>
        </p:txBody>
      </p:sp>
    </p:spTree>
    <p:extLst>
      <p:ext uri="{BB962C8B-B14F-4D97-AF65-F5344CB8AC3E}">
        <p14:creationId xmlns:p14="http://schemas.microsoft.com/office/powerpoint/2010/main" val="1236039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9</a:t>
            </a:fld>
            <a:endParaRPr lang="it-IT" dirty="0"/>
          </a:p>
        </p:txBody>
      </p:sp>
    </p:spTree>
    <p:extLst>
      <p:ext uri="{BB962C8B-B14F-4D97-AF65-F5344CB8AC3E}">
        <p14:creationId xmlns:p14="http://schemas.microsoft.com/office/powerpoint/2010/main" val="2476416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10</a:t>
            </a:fld>
            <a:endParaRPr lang="it-IT" dirty="0"/>
          </a:p>
        </p:txBody>
      </p:sp>
    </p:spTree>
    <p:extLst>
      <p:ext uri="{BB962C8B-B14F-4D97-AF65-F5344CB8AC3E}">
        <p14:creationId xmlns:p14="http://schemas.microsoft.com/office/powerpoint/2010/main" val="1310464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11</a:t>
            </a:fld>
            <a:endParaRPr lang="it-IT" dirty="0"/>
          </a:p>
        </p:txBody>
      </p:sp>
    </p:spTree>
    <p:extLst>
      <p:ext uri="{BB962C8B-B14F-4D97-AF65-F5344CB8AC3E}">
        <p14:creationId xmlns:p14="http://schemas.microsoft.com/office/powerpoint/2010/main" val="3583078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12</a:t>
            </a:fld>
            <a:endParaRPr lang="it-IT" dirty="0"/>
          </a:p>
        </p:txBody>
      </p:sp>
    </p:spTree>
    <p:extLst>
      <p:ext uri="{BB962C8B-B14F-4D97-AF65-F5344CB8AC3E}">
        <p14:creationId xmlns:p14="http://schemas.microsoft.com/office/powerpoint/2010/main" val="1791715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13</a:t>
            </a:fld>
            <a:endParaRPr lang="it-IT" dirty="0"/>
          </a:p>
        </p:txBody>
      </p:sp>
    </p:spTree>
    <p:extLst>
      <p:ext uri="{BB962C8B-B14F-4D97-AF65-F5344CB8AC3E}">
        <p14:creationId xmlns:p14="http://schemas.microsoft.com/office/powerpoint/2010/main" val="151226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14</a:t>
            </a:fld>
            <a:endParaRPr lang="it-IT" dirty="0"/>
          </a:p>
        </p:txBody>
      </p:sp>
    </p:spTree>
    <p:extLst>
      <p:ext uri="{BB962C8B-B14F-4D97-AF65-F5344CB8AC3E}">
        <p14:creationId xmlns:p14="http://schemas.microsoft.com/office/powerpoint/2010/main" val="3034227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15</a:t>
            </a:fld>
            <a:endParaRPr lang="it-IT" dirty="0"/>
          </a:p>
        </p:txBody>
      </p:sp>
    </p:spTree>
    <p:extLst>
      <p:ext uri="{BB962C8B-B14F-4D97-AF65-F5344CB8AC3E}">
        <p14:creationId xmlns:p14="http://schemas.microsoft.com/office/powerpoint/2010/main" val="3482457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16</a:t>
            </a:fld>
            <a:endParaRPr lang="it-IT" dirty="0"/>
          </a:p>
        </p:txBody>
      </p:sp>
    </p:spTree>
    <p:extLst>
      <p:ext uri="{BB962C8B-B14F-4D97-AF65-F5344CB8AC3E}">
        <p14:creationId xmlns:p14="http://schemas.microsoft.com/office/powerpoint/2010/main" val="3586665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17</a:t>
            </a:fld>
            <a:endParaRPr lang="it-IT" dirty="0"/>
          </a:p>
        </p:txBody>
      </p:sp>
    </p:spTree>
    <p:extLst>
      <p:ext uri="{BB962C8B-B14F-4D97-AF65-F5344CB8AC3E}">
        <p14:creationId xmlns:p14="http://schemas.microsoft.com/office/powerpoint/2010/main" val="1925637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18</a:t>
            </a:fld>
            <a:endParaRPr lang="it-IT" dirty="0"/>
          </a:p>
        </p:txBody>
      </p:sp>
    </p:spTree>
    <p:extLst>
      <p:ext uri="{BB962C8B-B14F-4D97-AF65-F5344CB8AC3E}">
        <p14:creationId xmlns:p14="http://schemas.microsoft.com/office/powerpoint/2010/main" val="37671434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19</a:t>
            </a:fld>
            <a:endParaRPr lang="it-IT" dirty="0"/>
          </a:p>
        </p:txBody>
      </p:sp>
    </p:spTree>
    <p:extLst>
      <p:ext uri="{BB962C8B-B14F-4D97-AF65-F5344CB8AC3E}">
        <p14:creationId xmlns:p14="http://schemas.microsoft.com/office/powerpoint/2010/main" val="24088119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20</a:t>
            </a:fld>
            <a:endParaRPr lang="it-IT" dirty="0"/>
          </a:p>
        </p:txBody>
      </p:sp>
    </p:spTree>
    <p:extLst>
      <p:ext uri="{BB962C8B-B14F-4D97-AF65-F5344CB8AC3E}">
        <p14:creationId xmlns:p14="http://schemas.microsoft.com/office/powerpoint/2010/main" val="3773282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21</a:t>
            </a:fld>
            <a:endParaRPr lang="it-IT" dirty="0"/>
          </a:p>
        </p:txBody>
      </p:sp>
    </p:spTree>
    <p:extLst>
      <p:ext uri="{BB962C8B-B14F-4D97-AF65-F5344CB8AC3E}">
        <p14:creationId xmlns:p14="http://schemas.microsoft.com/office/powerpoint/2010/main" val="537554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22</a:t>
            </a:fld>
            <a:endParaRPr lang="it-IT" dirty="0"/>
          </a:p>
        </p:txBody>
      </p:sp>
    </p:spTree>
    <p:extLst>
      <p:ext uri="{BB962C8B-B14F-4D97-AF65-F5344CB8AC3E}">
        <p14:creationId xmlns:p14="http://schemas.microsoft.com/office/powerpoint/2010/main" val="1211309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23</a:t>
            </a:fld>
            <a:endParaRPr lang="it-IT" dirty="0"/>
          </a:p>
        </p:txBody>
      </p:sp>
    </p:spTree>
    <p:extLst>
      <p:ext uri="{BB962C8B-B14F-4D97-AF65-F5344CB8AC3E}">
        <p14:creationId xmlns:p14="http://schemas.microsoft.com/office/powerpoint/2010/main" val="36454809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24</a:t>
            </a:fld>
            <a:endParaRPr lang="it-IT" dirty="0"/>
          </a:p>
        </p:txBody>
      </p:sp>
    </p:spTree>
    <p:extLst>
      <p:ext uri="{BB962C8B-B14F-4D97-AF65-F5344CB8AC3E}">
        <p14:creationId xmlns:p14="http://schemas.microsoft.com/office/powerpoint/2010/main" val="12249805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25</a:t>
            </a:fld>
            <a:endParaRPr lang="it-IT" dirty="0"/>
          </a:p>
        </p:txBody>
      </p:sp>
    </p:spTree>
    <p:extLst>
      <p:ext uri="{BB962C8B-B14F-4D97-AF65-F5344CB8AC3E}">
        <p14:creationId xmlns:p14="http://schemas.microsoft.com/office/powerpoint/2010/main" val="18420664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26</a:t>
            </a:fld>
            <a:endParaRPr lang="it-IT" dirty="0"/>
          </a:p>
        </p:txBody>
      </p:sp>
    </p:spTree>
    <p:extLst>
      <p:ext uri="{BB962C8B-B14F-4D97-AF65-F5344CB8AC3E}">
        <p14:creationId xmlns:p14="http://schemas.microsoft.com/office/powerpoint/2010/main" val="289266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27</a:t>
            </a:fld>
            <a:endParaRPr lang="it-IT" dirty="0"/>
          </a:p>
        </p:txBody>
      </p:sp>
    </p:spTree>
    <p:extLst>
      <p:ext uri="{BB962C8B-B14F-4D97-AF65-F5344CB8AC3E}">
        <p14:creationId xmlns:p14="http://schemas.microsoft.com/office/powerpoint/2010/main" val="10844178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28</a:t>
            </a:fld>
            <a:endParaRPr lang="it-IT" dirty="0"/>
          </a:p>
        </p:txBody>
      </p:sp>
    </p:spTree>
    <p:extLst>
      <p:ext uri="{BB962C8B-B14F-4D97-AF65-F5344CB8AC3E}">
        <p14:creationId xmlns:p14="http://schemas.microsoft.com/office/powerpoint/2010/main" val="39774023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29</a:t>
            </a:fld>
            <a:endParaRPr lang="it-IT" dirty="0"/>
          </a:p>
        </p:txBody>
      </p:sp>
    </p:spTree>
    <p:extLst>
      <p:ext uri="{BB962C8B-B14F-4D97-AF65-F5344CB8AC3E}">
        <p14:creationId xmlns:p14="http://schemas.microsoft.com/office/powerpoint/2010/main" val="18845515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30</a:t>
            </a:fld>
            <a:endParaRPr lang="it-IT" dirty="0"/>
          </a:p>
        </p:txBody>
      </p:sp>
    </p:spTree>
    <p:extLst>
      <p:ext uri="{BB962C8B-B14F-4D97-AF65-F5344CB8AC3E}">
        <p14:creationId xmlns:p14="http://schemas.microsoft.com/office/powerpoint/2010/main" val="2270722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31</a:t>
            </a:fld>
            <a:endParaRPr lang="it-IT" dirty="0"/>
          </a:p>
        </p:txBody>
      </p:sp>
    </p:spTree>
    <p:extLst>
      <p:ext uri="{BB962C8B-B14F-4D97-AF65-F5344CB8AC3E}">
        <p14:creationId xmlns:p14="http://schemas.microsoft.com/office/powerpoint/2010/main" val="24802231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32</a:t>
            </a:fld>
            <a:endParaRPr lang="it-IT" dirty="0"/>
          </a:p>
        </p:txBody>
      </p:sp>
    </p:spTree>
    <p:extLst>
      <p:ext uri="{BB962C8B-B14F-4D97-AF65-F5344CB8AC3E}">
        <p14:creationId xmlns:p14="http://schemas.microsoft.com/office/powerpoint/2010/main" val="35714833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33</a:t>
            </a:fld>
            <a:endParaRPr lang="it-IT" dirty="0"/>
          </a:p>
        </p:txBody>
      </p:sp>
    </p:spTree>
    <p:extLst>
      <p:ext uri="{BB962C8B-B14F-4D97-AF65-F5344CB8AC3E}">
        <p14:creationId xmlns:p14="http://schemas.microsoft.com/office/powerpoint/2010/main" val="25425136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34</a:t>
            </a:fld>
            <a:endParaRPr lang="it-IT" dirty="0"/>
          </a:p>
        </p:txBody>
      </p:sp>
    </p:spTree>
    <p:extLst>
      <p:ext uri="{BB962C8B-B14F-4D97-AF65-F5344CB8AC3E}">
        <p14:creationId xmlns:p14="http://schemas.microsoft.com/office/powerpoint/2010/main" val="3359860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35</a:t>
            </a:fld>
            <a:endParaRPr lang="it-IT" dirty="0"/>
          </a:p>
        </p:txBody>
      </p:sp>
    </p:spTree>
    <p:extLst>
      <p:ext uri="{BB962C8B-B14F-4D97-AF65-F5344CB8AC3E}">
        <p14:creationId xmlns:p14="http://schemas.microsoft.com/office/powerpoint/2010/main" val="11174749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36</a:t>
            </a:fld>
            <a:endParaRPr lang="it-IT" dirty="0"/>
          </a:p>
        </p:txBody>
      </p:sp>
    </p:spTree>
    <p:extLst>
      <p:ext uri="{BB962C8B-B14F-4D97-AF65-F5344CB8AC3E}">
        <p14:creationId xmlns:p14="http://schemas.microsoft.com/office/powerpoint/2010/main" val="8834102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37</a:t>
            </a:fld>
            <a:endParaRPr lang="it-IT" dirty="0"/>
          </a:p>
        </p:txBody>
      </p:sp>
    </p:spTree>
    <p:extLst>
      <p:ext uri="{BB962C8B-B14F-4D97-AF65-F5344CB8AC3E}">
        <p14:creationId xmlns:p14="http://schemas.microsoft.com/office/powerpoint/2010/main" val="20428143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38</a:t>
            </a:fld>
            <a:endParaRPr lang="it-IT" dirty="0"/>
          </a:p>
        </p:txBody>
      </p:sp>
    </p:spTree>
    <p:extLst>
      <p:ext uri="{BB962C8B-B14F-4D97-AF65-F5344CB8AC3E}">
        <p14:creationId xmlns:p14="http://schemas.microsoft.com/office/powerpoint/2010/main" val="21743810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39</a:t>
            </a:fld>
            <a:endParaRPr lang="it-IT" dirty="0"/>
          </a:p>
        </p:txBody>
      </p:sp>
    </p:spTree>
    <p:extLst>
      <p:ext uri="{BB962C8B-B14F-4D97-AF65-F5344CB8AC3E}">
        <p14:creationId xmlns:p14="http://schemas.microsoft.com/office/powerpoint/2010/main" val="10197541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40</a:t>
            </a:fld>
            <a:endParaRPr lang="it-IT" dirty="0"/>
          </a:p>
        </p:txBody>
      </p:sp>
    </p:spTree>
    <p:extLst>
      <p:ext uri="{BB962C8B-B14F-4D97-AF65-F5344CB8AC3E}">
        <p14:creationId xmlns:p14="http://schemas.microsoft.com/office/powerpoint/2010/main" val="18964279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41</a:t>
            </a:fld>
            <a:endParaRPr lang="it-IT" dirty="0"/>
          </a:p>
        </p:txBody>
      </p:sp>
    </p:spTree>
    <p:extLst>
      <p:ext uri="{BB962C8B-B14F-4D97-AF65-F5344CB8AC3E}">
        <p14:creationId xmlns:p14="http://schemas.microsoft.com/office/powerpoint/2010/main" val="19203575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42</a:t>
            </a:fld>
            <a:endParaRPr lang="it-IT" dirty="0"/>
          </a:p>
        </p:txBody>
      </p:sp>
    </p:spTree>
    <p:extLst>
      <p:ext uri="{BB962C8B-B14F-4D97-AF65-F5344CB8AC3E}">
        <p14:creationId xmlns:p14="http://schemas.microsoft.com/office/powerpoint/2010/main" val="34261926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43</a:t>
            </a:fld>
            <a:endParaRPr lang="it-IT" dirty="0"/>
          </a:p>
        </p:txBody>
      </p:sp>
    </p:spTree>
    <p:extLst>
      <p:ext uri="{BB962C8B-B14F-4D97-AF65-F5344CB8AC3E}">
        <p14:creationId xmlns:p14="http://schemas.microsoft.com/office/powerpoint/2010/main" val="10369133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44</a:t>
            </a:fld>
            <a:endParaRPr lang="it-IT" dirty="0"/>
          </a:p>
        </p:txBody>
      </p:sp>
    </p:spTree>
    <p:extLst>
      <p:ext uri="{BB962C8B-B14F-4D97-AF65-F5344CB8AC3E}">
        <p14:creationId xmlns:p14="http://schemas.microsoft.com/office/powerpoint/2010/main" val="7029232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45</a:t>
            </a:fld>
            <a:endParaRPr lang="it-IT" dirty="0"/>
          </a:p>
        </p:txBody>
      </p:sp>
    </p:spTree>
    <p:extLst>
      <p:ext uri="{BB962C8B-B14F-4D97-AF65-F5344CB8AC3E}">
        <p14:creationId xmlns:p14="http://schemas.microsoft.com/office/powerpoint/2010/main" val="32706688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baseline="0" dirty="0"/>
          </a:p>
        </p:txBody>
      </p:sp>
      <p:sp>
        <p:nvSpPr>
          <p:cNvPr id="4" name="Segnaposto numero diapositiva 3"/>
          <p:cNvSpPr>
            <a:spLocks noGrp="1"/>
          </p:cNvSpPr>
          <p:nvPr>
            <p:ph type="sldNum" sz="quarter" idx="10"/>
          </p:nvPr>
        </p:nvSpPr>
        <p:spPr/>
        <p:txBody>
          <a:bodyPr/>
          <a:lstStyle/>
          <a:p>
            <a:pPr>
              <a:defRPr/>
            </a:pPr>
            <a:fld id="{0CCEBC9D-E92B-4B6D-A412-7667C18496D5}" type="slidenum">
              <a:rPr lang="it-IT" smtClean="0"/>
              <a:pPr>
                <a:defRPr/>
              </a:pPr>
              <a:t>46</a:t>
            </a:fld>
            <a:endParaRPr lang="it-IT" dirty="0"/>
          </a:p>
        </p:txBody>
      </p:sp>
    </p:spTree>
    <p:extLst>
      <p:ext uri="{BB962C8B-B14F-4D97-AF65-F5344CB8AC3E}">
        <p14:creationId xmlns:p14="http://schemas.microsoft.com/office/powerpoint/2010/main" val="3921827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jpe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5.jpeg"/><Relationship Id="rId4"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4963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OLO TITOLO MM">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userDrawn="1">
            <p:custDataLst>
              <p:tags r:id="rId1"/>
            </p:custDataLst>
            <p:extLst>
              <p:ext uri="{D42A27DB-BD31-4B8C-83A1-F6EECF244321}">
                <p14:modId xmlns:p14="http://schemas.microsoft.com/office/powerpoint/2010/main" val="28455286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3" imgW="216" imgH="216" progId="TCLayout.ActiveDocument.1">
                  <p:embed/>
                </p:oleObj>
              </mc:Choice>
              <mc:Fallback>
                <p:oleObj name="Diapositiva think-cell" r:id="rId3" imgW="216" imgH="216" progId="TCLayout.ActiveDocument.1">
                  <p:embed/>
                  <p:pic>
                    <p:nvPicPr>
                      <p:cNvPr id="3" name="Oggetto 2" hidden="1"/>
                      <p:cNvPicPr/>
                      <p:nvPr/>
                    </p:nvPicPr>
                    <p:blipFill>
                      <a:blip r:embed="rId4"/>
                      <a:stretch>
                        <a:fillRect/>
                      </a:stretch>
                    </p:blipFill>
                    <p:spPr>
                      <a:xfrm>
                        <a:off x="1588" y="1588"/>
                        <a:ext cx="1587" cy="1587"/>
                      </a:xfrm>
                      <a:prstGeom prst="rect">
                        <a:avLst/>
                      </a:prstGeom>
                    </p:spPr>
                  </p:pic>
                </p:oleObj>
              </mc:Fallback>
            </mc:AlternateContent>
          </a:graphicData>
        </a:graphic>
      </p:graphicFrame>
      <p:cxnSp>
        <p:nvCxnSpPr>
          <p:cNvPr id="5" name="Connettore 1 4"/>
          <p:cNvCxnSpPr/>
          <p:nvPr userDrawn="1"/>
        </p:nvCxnSpPr>
        <p:spPr>
          <a:xfrm>
            <a:off x="8682038" y="6442075"/>
            <a:ext cx="0" cy="230188"/>
          </a:xfrm>
          <a:prstGeom prst="line">
            <a:avLst/>
          </a:prstGeom>
          <a:ln>
            <a:solidFill>
              <a:srgbClr val="006DAD"/>
            </a:solidFill>
          </a:ln>
        </p:spPr>
        <p:style>
          <a:lnRef idx="1">
            <a:schemeClr val="accent1"/>
          </a:lnRef>
          <a:fillRef idx="0">
            <a:schemeClr val="accent1"/>
          </a:fillRef>
          <a:effectRef idx="0">
            <a:schemeClr val="accent1"/>
          </a:effectRef>
          <a:fontRef idx="minor">
            <a:schemeClr val="tx1"/>
          </a:fontRef>
        </p:style>
      </p:cxnSp>
      <p:sp>
        <p:nvSpPr>
          <p:cNvPr id="7" name="Title 1"/>
          <p:cNvSpPr txBox="1">
            <a:spLocks/>
          </p:cNvSpPr>
          <p:nvPr userDrawn="1"/>
        </p:nvSpPr>
        <p:spPr bwMode="auto">
          <a:xfrm>
            <a:off x="8389938" y="6445250"/>
            <a:ext cx="636587" cy="312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29" tIns="45715" rIns="91429" bIns="45715">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defTabSz="912813" fontAlgn="base">
              <a:spcBef>
                <a:spcPct val="0"/>
              </a:spcBef>
              <a:spcAft>
                <a:spcPct val="0"/>
              </a:spcAft>
              <a:defRPr>
                <a:solidFill>
                  <a:schemeClr val="tx1"/>
                </a:solidFill>
                <a:latin typeface="Calibri" pitchFamily="34" charset="0"/>
              </a:defRPr>
            </a:lvl6pPr>
            <a:lvl7pPr marL="2971800" indent="-228600" defTabSz="912813" fontAlgn="base">
              <a:spcBef>
                <a:spcPct val="0"/>
              </a:spcBef>
              <a:spcAft>
                <a:spcPct val="0"/>
              </a:spcAft>
              <a:defRPr>
                <a:solidFill>
                  <a:schemeClr val="tx1"/>
                </a:solidFill>
                <a:latin typeface="Calibri" pitchFamily="34" charset="0"/>
              </a:defRPr>
            </a:lvl7pPr>
            <a:lvl8pPr marL="3429000" indent="-228600" defTabSz="912813" fontAlgn="base">
              <a:spcBef>
                <a:spcPct val="0"/>
              </a:spcBef>
              <a:spcAft>
                <a:spcPct val="0"/>
              </a:spcAft>
              <a:defRPr>
                <a:solidFill>
                  <a:schemeClr val="tx1"/>
                </a:solidFill>
                <a:latin typeface="Calibri" pitchFamily="34" charset="0"/>
              </a:defRPr>
            </a:lvl8pPr>
            <a:lvl9pPr marL="3886200" indent="-228600" defTabSz="912813" fontAlgn="base">
              <a:spcBef>
                <a:spcPct val="0"/>
              </a:spcBef>
              <a:spcAft>
                <a:spcPct val="0"/>
              </a:spcAft>
              <a:defRPr>
                <a:solidFill>
                  <a:schemeClr val="tx1"/>
                </a:solidFill>
                <a:latin typeface="Calibri" pitchFamily="34" charset="0"/>
              </a:defRPr>
            </a:lvl9pPr>
          </a:lstStyle>
          <a:p>
            <a:pPr algn="r" defTabSz="912813" fontAlgn="base">
              <a:spcBef>
                <a:spcPct val="0"/>
              </a:spcBef>
              <a:spcAft>
                <a:spcPct val="0"/>
              </a:spcAft>
              <a:defRPr/>
            </a:pPr>
            <a:fld id="{D8C3FB10-F761-46EE-8065-CE7E89B58550}" type="slidenum">
              <a:rPr lang="en-US" altLang="it-IT" sz="1400" baseline="30000">
                <a:solidFill>
                  <a:srgbClr val="002339"/>
                </a:solidFill>
                <a:cs typeface="Arial" pitchFamily="34" charset="0"/>
              </a:rPr>
              <a:pPr algn="r" defTabSz="912813" fontAlgn="base">
                <a:spcBef>
                  <a:spcPct val="0"/>
                </a:spcBef>
                <a:spcAft>
                  <a:spcPct val="0"/>
                </a:spcAft>
                <a:defRPr/>
              </a:pPr>
              <a:t>‹N›</a:t>
            </a:fld>
            <a:endParaRPr lang="en-US" altLang="it-IT" sz="1400" dirty="0">
              <a:solidFill>
                <a:srgbClr val="002339"/>
              </a:solidFill>
              <a:cs typeface="Arial" pitchFamily="34" charset="0"/>
            </a:endParaRPr>
          </a:p>
        </p:txBody>
      </p:sp>
      <p:cxnSp>
        <p:nvCxnSpPr>
          <p:cNvPr id="8" name="Connettore 1 7"/>
          <p:cNvCxnSpPr/>
          <p:nvPr userDrawn="1"/>
        </p:nvCxnSpPr>
        <p:spPr>
          <a:xfrm>
            <a:off x="142875" y="763588"/>
            <a:ext cx="8780463" cy="0"/>
          </a:xfrm>
          <a:prstGeom prst="line">
            <a:avLst/>
          </a:prstGeom>
          <a:ln>
            <a:solidFill>
              <a:srgbClr val="002339"/>
            </a:solidFill>
          </a:ln>
        </p:spPr>
        <p:style>
          <a:lnRef idx="1">
            <a:schemeClr val="accent1"/>
          </a:lnRef>
          <a:fillRef idx="0">
            <a:schemeClr val="accent1"/>
          </a:fillRef>
          <a:effectRef idx="0">
            <a:schemeClr val="accent1"/>
          </a:effectRef>
          <a:fontRef idx="minor">
            <a:schemeClr val="tx1"/>
          </a:fontRef>
        </p:style>
      </p:cxnSp>
      <p:cxnSp>
        <p:nvCxnSpPr>
          <p:cNvPr id="9" name="Connettore 1 8"/>
          <p:cNvCxnSpPr/>
          <p:nvPr userDrawn="1"/>
        </p:nvCxnSpPr>
        <p:spPr>
          <a:xfrm>
            <a:off x="142875" y="6308725"/>
            <a:ext cx="8780463" cy="0"/>
          </a:xfrm>
          <a:prstGeom prst="line">
            <a:avLst/>
          </a:prstGeom>
          <a:ln>
            <a:solidFill>
              <a:srgbClr val="002339"/>
            </a:solidFill>
          </a:ln>
        </p:spPr>
        <p:style>
          <a:lnRef idx="1">
            <a:schemeClr val="accent1"/>
          </a:lnRef>
          <a:fillRef idx="0">
            <a:schemeClr val="accent1"/>
          </a:fillRef>
          <a:effectRef idx="0">
            <a:schemeClr val="accent1"/>
          </a:effectRef>
          <a:fontRef idx="minor">
            <a:schemeClr val="tx1"/>
          </a:fontRef>
        </p:style>
      </p:cxnSp>
      <p:sp>
        <p:nvSpPr>
          <p:cNvPr id="2" name="Titolo 1"/>
          <p:cNvSpPr>
            <a:spLocks noGrp="1"/>
          </p:cNvSpPr>
          <p:nvPr>
            <p:ph type="title"/>
          </p:nvPr>
        </p:nvSpPr>
        <p:spPr>
          <a:xfrm>
            <a:off x="142936" y="122272"/>
            <a:ext cx="7632848" cy="369322"/>
          </a:xfrm>
          <a:prstGeom prst="rect">
            <a:avLst/>
          </a:prstGeom>
        </p:spPr>
        <p:txBody>
          <a:bodyPr wrap="square" lIns="91429" tIns="45715" rIns="91429" bIns="45715" anchor="t" anchorCtr="0">
            <a:spAutoFit/>
          </a:bodyPr>
          <a:lstStyle>
            <a:lvl1pPr algn="l">
              <a:defRPr sz="1800" b="1">
                <a:solidFill>
                  <a:srgbClr val="002339"/>
                </a:solidFill>
              </a:defRPr>
            </a:lvl1pPr>
          </a:lstStyle>
          <a:p>
            <a:r>
              <a:rPr lang="it-IT" dirty="0"/>
              <a:t>Fare clic per modificare lo stile del titolo</a:t>
            </a:r>
          </a:p>
        </p:txBody>
      </p:sp>
      <p:pic>
        <p:nvPicPr>
          <p:cNvPr id="10" name="Immagin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2877" y="6371585"/>
            <a:ext cx="1277443" cy="387785"/>
          </a:xfrm>
          <a:prstGeom prst="rect">
            <a:avLst/>
          </a:prstGeom>
        </p:spPr>
      </p:pic>
    </p:spTree>
    <p:extLst>
      <p:ext uri="{BB962C8B-B14F-4D97-AF65-F5344CB8AC3E}">
        <p14:creationId xmlns:p14="http://schemas.microsoft.com/office/powerpoint/2010/main" val="776455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1"/>
        </a:solidFill>
        <a:effectLst/>
      </p:bgPr>
    </p:bg>
    <p:spTree>
      <p:nvGrpSpPr>
        <p:cNvPr id="1" name=""/>
        <p:cNvGrpSpPr/>
        <p:nvPr/>
      </p:nvGrpSpPr>
      <p:grpSpPr>
        <a:xfrm>
          <a:off x="0" y="0"/>
          <a:ext cx="0" cy="0"/>
          <a:chOff x="0" y="0"/>
          <a:chExt cx="0" cy="0"/>
        </a:xfrm>
      </p:grpSpPr>
      <p:sp>
        <p:nvSpPr>
          <p:cNvPr id="4" name="VCT_Marker_ID_4" hidden="1"/>
          <p:cNvSpPr/>
          <p:nvPr>
            <p:custDataLst>
              <p:tags r:id="rId1"/>
            </p:custDataLst>
          </p:nvPr>
        </p:nvSpPr>
        <p:spPr bwMode="gray">
          <a:xfrm>
            <a:off x="1270000" y="127000"/>
            <a:ext cx="127000" cy="127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buFont typeface="Arial" charset="0"/>
              <a:buNone/>
              <a:defRPr/>
            </a:pPr>
            <a:endParaRPr lang="en-US" sz="1600" dirty="0">
              <a:solidFill>
                <a:srgbClr val="000000"/>
              </a:solidFill>
              <a:latin typeface="Arial" charset="0"/>
            </a:endParaRPr>
          </a:p>
        </p:txBody>
      </p:sp>
      <p:grpSp>
        <p:nvGrpSpPr>
          <p:cNvPr id="6" name="Gruppieren 11"/>
          <p:cNvGrpSpPr>
            <a:grpSpLocks/>
          </p:cNvGrpSpPr>
          <p:nvPr/>
        </p:nvGrpSpPr>
        <p:grpSpPr bwMode="auto">
          <a:xfrm>
            <a:off x="323850" y="-315913"/>
            <a:ext cx="8496300" cy="215900"/>
            <a:chOff x="323850" y="-531550"/>
            <a:chExt cx="8496740" cy="432060"/>
          </a:xfrm>
        </p:grpSpPr>
        <p:cxnSp>
          <p:nvCxnSpPr>
            <p:cNvPr id="7" name="Gerade Verbindung 22"/>
            <p:cNvCxnSpPr/>
            <p:nvPr userDrawn="1"/>
          </p:nvCxnSpPr>
          <p:spPr bwMode="gray">
            <a:xfrm rot="5400000">
              <a:off x="107820"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Gerade Verbindung 23"/>
            <p:cNvCxnSpPr/>
            <p:nvPr userDrawn="1"/>
          </p:nvCxnSpPr>
          <p:spPr bwMode="gray">
            <a:xfrm rot="5400000">
              <a:off x="1403287"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Gerade Verbindung 24"/>
            <p:cNvCxnSpPr/>
            <p:nvPr userDrawn="1"/>
          </p:nvCxnSpPr>
          <p:spPr bwMode="gray">
            <a:xfrm rot="5400000">
              <a:off x="1547758"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 Verbindung 26"/>
            <p:cNvCxnSpPr/>
            <p:nvPr userDrawn="1"/>
          </p:nvCxnSpPr>
          <p:spPr bwMode="gray">
            <a:xfrm rot="5400000">
              <a:off x="2843225"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 Verbindung 27"/>
            <p:cNvCxnSpPr/>
            <p:nvPr userDrawn="1"/>
          </p:nvCxnSpPr>
          <p:spPr bwMode="gray">
            <a:xfrm rot="5400000">
              <a:off x="2987694"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 Verbindung 28"/>
            <p:cNvCxnSpPr/>
            <p:nvPr userDrawn="1"/>
          </p:nvCxnSpPr>
          <p:spPr bwMode="gray">
            <a:xfrm rot="5400000">
              <a:off x="4284749"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 Verbindung 29"/>
            <p:cNvCxnSpPr/>
            <p:nvPr userDrawn="1"/>
          </p:nvCxnSpPr>
          <p:spPr bwMode="gray">
            <a:xfrm rot="5400000">
              <a:off x="4427632"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 Verbindung 30"/>
            <p:cNvCxnSpPr/>
            <p:nvPr userDrawn="1"/>
          </p:nvCxnSpPr>
          <p:spPr bwMode="gray">
            <a:xfrm rot="5400000">
              <a:off x="5724686"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 Verbindung 31"/>
            <p:cNvCxnSpPr/>
            <p:nvPr userDrawn="1"/>
          </p:nvCxnSpPr>
          <p:spPr bwMode="gray">
            <a:xfrm rot="5400000">
              <a:off x="5867568"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 Verbindung 32"/>
            <p:cNvCxnSpPr/>
            <p:nvPr userDrawn="1"/>
          </p:nvCxnSpPr>
          <p:spPr bwMode="gray">
            <a:xfrm rot="5400000">
              <a:off x="7164623"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 Verbindung 33"/>
            <p:cNvCxnSpPr/>
            <p:nvPr userDrawn="1"/>
          </p:nvCxnSpPr>
          <p:spPr bwMode="gray">
            <a:xfrm rot="5400000">
              <a:off x="7309093"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 Verbindung 34"/>
            <p:cNvCxnSpPr/>
            <p:nvPr userDrawn="1"/>
          </p:nvCxnSpPr>
          <p:spPr bwMode="gray">
            <a:xfrm rot="5400000">
              <a:off x="8604560"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uppieren 37"/>
          <p:cNvGrpSpPr>
            <a:grpSpLocks/>
          </p:cNvGrpSpPr>
          <p:nvPr/>
        </p:nvGrpSpPr>
        <p:grpSpPr bwMode="auto">
          <a:xfrm>
            <a:off x="302422" y="6838871"/>
            <a:ext cx="8496300" cy="215900"/>
            <a:chOff x="323850" y="-531550"/>
            <a:chExt cx="8496740" cy="432060"/>
          </a:xfrm>
        </p:grpSpPr>
        <p:cxnSp>
          <p:nvCxnSpPr>
            <p:cNvPr id="20" name="Gerade Verbindung 38"/>
            <p:cNvCxnSpPr/>
            <p:nvPr userDrawn="1"/>
          </p:nvCxnSpPr>
          <p:spPr bwMode="gray">
            <a:xfrm rot="5400000">
              <a:off x="107820"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 Verbindung 39"/>
            <p:cNvCxnSpPr/>
            <p:nvPr userDrawn="1"/>
          </p:nvCxnSpPr>
          <p:spPr bwMode="gray">
            <a:xfrm rot="5400000">
              <a:off x="1403287"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Gerade Verbindung 40"/>
            <p:cNvCxnSpPr/>
            <p:nvPr userDrawn="1"/>
          </p:nvCxnSpPr>
          <p:spPr bwMode="gray">
            <a:xfrm rot="5400000">
              <a:off x="1547758"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 Verbindung 41"/>
            <p:cNvCxnSpPr/>
            <p:nvPr userDrawn="1"/>
          </p:nvCxnSpPr>
          <p:spPr bwMode="gray">
            <a:xfrm rot="5400000">
              <a:off x="2843225"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 Verbindung 42"/>
            <p:cNvCxnSpPr/>
            <p:nvPr userDrawn="1"/>
          </p:nvCxnSpPr>
          <p:spPr bwMode="gray">
            <a:xfrm rot="5400000">
              <a:off x="2987694"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 Verbindung 43"/>
            <p:cNvCxnSpPr/>
            <p:nvPr userDrawn="1"/>
          </p:nvCxnSpPr>
          <p:spPr bwMode="gray">
            <a:xfrm rot="5400000">
              <a:off x="4284749"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 Verbindung 44"/>
            <p:cNvCxnSpPr/>
            <p:nvPr userDrawn="1"/>
          </p:nvCxnSpPr>
          <p:spPr bwMode="gray">
            <a:xfrm rot="5400000">
              <a:off x="4427632"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 Verbindung 45"/>
            <p:cNvCxnSpPr/>
            <p:nvPr userDrawn="1"/>
          </p:nvCxnSpPr>
          <p:spPr bwMode="gray">
            <a:xfrm rot="5400000">
              <a:off x="5724686"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Gerade Verbindung 46"/>
            <p:cNvCxnSpPr/>
            <p:nvPr userDrawn="1"/>
          </p:nvCxnSpPr>
          <p:spPr bwMode="gray">
            <a:xfrm rot="5400000">
              <a:off x="5867568"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Gerade Verbindung 47"/>
            <p:cNvCxnSpPr/>
            <p:nvPr userDrawn="1"/>
          </p:nvCxnSpPr>
          <p:spPr bwMode="gray">
            <a:xfrm rot="5400000">
              <a:off x="7164623"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Gerade Verbindung 48"/>
            <p:cNvCxnSpPr/>
            <p:nvPr userDrawn="1"/>
          </p:nvCxnSpPr>
          <p:spPr bwMode="gray">
            <a:xfrm rot="5400000">
              <a:off x="7309093"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 Verbindung 49"/>
            <p:cNvCxnSpPr/>
            <p:nvPr userDrawn="1"/>
          </p:nvCxnSpPr>
          <p:spPr bwMode="gray">
            <a:xfrm rot="5400000">
              <a:off x="8604560"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0" name="VCT_Backup_ID_27806" hidden="1"/>
          <p:cNvSpPr txBox="1">
            <a:spLocks noChangeArrowheads="1"/>
          </p:cNvSpPr>
          <p:nvPr userDrawn="1">
            <p:custDataLst>
              <p:tags r:id="rId2"/>
            </p:custDataLst>
          </p:nvPr>
        </p:nvSpPr>
        <p:spPr bwMode="gray">
          <a:xfrm>
            <a:off x="323850" y="2205038"/>
            <a:ext cx="8496300" cy="158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lvl1pPr algn="l">
              <a:spcBef>
                <a:spcPct val="0"/>
              </a:spcBef>
              <a:defRPr>
                <a:solidFill>
                  <a:schemeClr val="tx1"/>
                </a:solidFill>
                <a:latin typeface="Arial Unicode MS" pitchFamily="34" charset="-128"/>
              </a:defRPr>
            </a:lvl1pPr>
            <a:lvl2pPr algn="l">
              <a:spcBef>
                <a:spcPct val="0"/>
              </a:spcBef>
              <a:defRPr>
                <a:solidFill>
                  <a:schemeClr val="tx1"/>
                </a:solidFill>
                <a:latin typeface="Arial Unicode MS" pitchFamily="34" charset="-128"/>
              </a:defRPr>
            </a:lvl2pPr>
            <a:lvl3pPr algn="l">
              <a:spcBef>
                <a:spcPct val="0"/>
              </a:spcBef>
              <a:defRPr>
                <a:solidFill>
                  <a:schemeClr val="tx1"/>
                </a:solidFill>
                <a:latin typeface="Arial Unicode MS" pitchFamily="34" charset="-128"/>
              </a:defRPr>
            </a:lvl3pPr>
            <a:lvl4pPr algn="l">
              <a:spcBef>
                <a:spcPct val="0"/>
              </a:spcBef>
              <a:defRPr>
                <a:solidFill>
                  <a:schemeClr val="tx1"/>
                </a:solidFill>
                <a:latin typeface="Arial Unicode MS" pitchFamily="34" charset="-128"/>
              </a:defRPr>
            </a:lvl4pPr>
            <a:lvl5pPr algn="l">
              <a:spcBef>
                <a:spcPct val="0"/>
              </a:spcBef>
              <a:defRPr>
                <a:solidFill>
                  <a:schemeClr val="tx1"/>
                </a:solidFill>
                <a:latin typeface="Arial Unicode MS" pitchFamily="34" charset="-128"/>
              </a:defRPr>
            </a:lvl5pPr>
            <a:lvl6pPr marL="457200" fontAlgn="base">
              <a:spcBef>
                <a:spcPct val="0"/>
              </a:spcBef>
              <a:spcAft>
                <a:spcPct val="0"/>
              </a:spcAft>
              <a:defRPr>
                <a:solidFill>
                  <a:schemeClr val="tx1"/>
                </a:solidFill>
                <a:latin typeface="Arial Unicode MS" pitchFamily="34" charset="-128"/>
              </a:defRPr>
            </a:lvl6pPr>
            <a:lvl7pPr marL="914400" fontAlgn="base">
              <a:spcBef>
                <a:spcPct val="0"/>
              </a:spcBef>
              <a:spcAft>
                <a:spcPct val="0"/>
              </a:spcAft>
              <a:defRPr>
                <a:solidFill>
                  <a:schemeClr val="tx1"/>
                </a:solidFill>
                <a:latin typeface="Arial Unicode MS" pitchFamily="34" charset="-128"/>
              </a:defRPr>
            </a:lvl7pPr>
            <a:lvl8pPr marL="1371600" fontAlgn="base">
              <a:spcBef>
                <a:spcPct val="0"/>
              </a:spcBef>
              <a:spcAft>
                <a:spcPct val="0"/>
              </a:spcAft>
              <a:defRPr>
                <a:solidFill>
                  <a:schemeClr val="tx1"/>
                </a:solidFill>
                <a:latin typeface="Arial Unicode MS" pitchFamily="34" charset="-128"/>
              </a:defRPr>
            </a:lvl8pPr>
            <a:lvl9pPr marL="1828800" fontAlgn="base">
              <a:spcBef>
                <a:spcPct val="0"/>
              </a:spcBef>
              <a:spcAft>
                <a:spcPct val="0"/>
              </a:spcAft>
              <a:defRPr>
                <a:solidFill>
                  <a:schemeClr val="tx1"/>
                </a:solidFill>
                <a:latin typeface="Arial Unicode MS" pitchFamily="34" charset="-128"/>
              </a:defRPr>
            </a:lvl9pPr>
          </a:lstStyle>
          <a:p>
            <a:pPr defTabSz="914400">
              <a:buFont typeface="Arial" charset="0"/>
              <a:buNone/>
              <a:defRPr/>
            </a:pPr>
            <a:r>
              <a:rPr lang="en-US" sz="3800" dirty="0">
                <a:solidFill>
                  <a:srgbClr val="000000"/>
                </a:solidFill>
                <a:latin typeface="Arial" charset="0"/>
              </a:rPr>
              <a:t>Click to edit Master title style</a:t>
            </a:r>
          </a:p>
        </p:txBody>
      </p:sp>
      <p:sp>
        <p:nvSpPr>
          <p:cNvPr id="61" name="VCT_Backup_ID_27807" hidden="1"/>
          <p:cNvSpPr txBox="1">
            <a:spLocks noChangeArrowheads="1"/>
          </p:cNvSpPr>
          <p:nvPr userDrawn="1">
            <p:custDataLst>
              <p:tags r:id="rId3"/>
            </p:custDataLst>
          </p:nvPr>
        </p:nvSpPr>
        <p:spPr bwMode="gray">
          <a:xfrm>
            <a:off x="323850" y="3860800"/>
            <a:ext cx="8496300" cy="143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8000" rIns="0" bIns="0"/>
          <a:lstStyle>
            <a:lvl1pPr algn="l">
              <a:spcBef>
                <a:spcPct val="0"/>
              </a:spcBef>
              <a:defRPr>
                <a:solidFill>
                  <a:schemeClr val="tx1"/>
                </a:solidFill>
                <a:latin typeface="Arial Unicode MS" pitchFamily="34" charset="-128"/>
              </a:defRPr>
            </a:lvl1pPr>
            <a:lvl2pPr marL="1588" algn="l">
              <a:spcBef>
                <a:spcPct val="0"/>
              </a:spcBef>
              <a:defRPr>
                <a:solidFill>
                  <a:schemeClr val="tx1"/>
                </a:solidFill>
                <a:latin typeface="Arial Unicode MS" pitchFamily="34" charset="-128"/>
              </a:defRPr>
            </a:lvl2pPr>
            <a:lvl3pPr marL="3175" algn="l">
              <a:spcBef>
                <a:spcPct val="0"/>
              </a:spcBef>
              <a:defRPr>
                <a:solidFill>
                  <a:schemeClr val="tx1"/>
                </a:solidFill>
                <a:latin typeface="Arial Unicode MS" pitchFamily="34" charset="-128"/>
              </a:defRPr>
            </a:lvl3pPr>
            <a:lvl4pPr marL="4763" algn="l">
              <a:spcBef>
                <a:spcPct val="0"/>
              </a:spcBef>
              <a:defRPr>
                <a:solidFill>
                  <a:schemeClr val="tx1"/>
                </a:solidFill>
                <a:latin typeface="Arial Unicode MS" pitchFamily="34" charset="-128"/>
              </a:defRPr>
            </a:lvl4pPr>
            <a:lvl5pPr marL="6350" algn="l">
              <a:spcBef>
                <a:spcPct val="0"/>
              </a:spcBef>
              <a:defRPr>
                <a:solidFill>
                  <a:schemeClr val="tx1"/>
                </a:solidFill>
                <a:latin typeface="Arial Unicode MS" pitchFamily="34" charset="-128"/>
              </a:defRPr>
            </a:lvl5pPr>
            <a:lvl6pPr marL="463550" fontAlgn="base">
              <a:spcBef>
                <a:spcPct val="0"/>
              </a:spcBef>
              <a:spcAft>
                <a:spcPct val="0"/>
              </a:spcAft>
              <a:defRPr>
                <a:solidFill>
                  <a:schemeClr val="tx1"/>
                </a:solidFill>
                <a:latin typeface="Arial Unicode MS" pitchFamily="34" charset="-128"/>
              </a:defRPr>
            </a:lvl6pPr>
            <a:lvl7pPr marL="920750" fontAlgn="base">
              <a:spcBef>
                <a:spcPct val="0"/>
              </a:spcBef>
              <a:spcAft>
                <a:spcPct val="0"/>
              </a:spcAft>
              <a:defRPr>
                <a:solidFill>
                  <a:schemeClr val="tx1"/>
                </a:solidFill>
                <a:latin typeface="Arial Unicode MS" pitchFamily="34" charset="-128"/>
              </a:defRPr>
            </a:lvl7pPr>
            <a:lvl8pPr marL="1377950" fontAlgn="base">
              <a:spcBef>
                <a:spcPct val="0"/>
              </a:spcBef>
              <a:spcAft>
                <a:spcPct val="0"/>
              </a:spcAft>
              <a:defRPr>
                <a:solidFill>
                  <a:schemeClr val="tx1"/>
                </a:solidFill>
                <a:latin typeface="Arial Unicode MS" pitchFamily="34" charset="-128"/>
              </a:defRPr>
            </a:lvl8pPr>
            <a:lvl9pPr marL="1835150" fontAlgn="base">
              <a:spcBef>
                <a:spcPct val="0"/>
              </a:spcBef>
              <a:spcAft>
                <a:spcPct val="0"/>
              </a:spcAft>
              <a:defRPr>
                <a:solidFill>
                  <a:schemeClr val="tx1"/>
                </a:solidFill>
                <a:latin typeface="Arial Unicode MS" pitchFamily="34" charset="-128"/>
              </a:defRPr>
            </a:lvl9pPr>
          </a:lstStyle>
          <a:p>
            <a:pPr defTabSz="914400">
              <a:spcBef>
                <a:spcPct val="20000"/>
              </a:spcBef>
              <a:buFont typeface="Arial" charset="0"/>
              <a:buNone/>
              <a:defRPr/>
            </a:pPr>
            <a:r>
              <a:rPr lang="en-US" sz="2000" dirty="0">
                <a:solidFill>
                  <a:srgbClr val="000000"/>
                </a:solidFill>
                <a:latin typeface="Arial" charset="0"/>
              </a:rPr>
              <a:t>Click to edit Master subtitle style</a:t>
            </a:r>
          </a:p>
        </p:txBody>
      </p:sp>
      <p:pic>
        <p:nvPicPr>
          <p:cNvPr id="69" name="Picture 2"/>
          <p:cNvPicPr>
            <a:picLocks noChangeAspect="1" noChangeArrowheads="1"/>
          </p:cNvPicPr>
          <p:nvPr userDrawn="1"/>
        </p:nvPicPr>
        <p:blipFill>
          <a:blip r:embed="rId5" cstate="email">
            <a:extLst>
              <a:ext uri="{28A0092B-C50C-407E-A947-70E740481C1C}">
                <a14:useLocalDpi xmlns:a14="http://schemas.microsoft.com/office/drawing/2010/main"/>
              </a:ext>
            </a:extLst>
          </a:blip>
          <a:srcRect/>
          <a:stretch>
            <a:fillRect/>
          </a:stretch>
        </p:blipFill>
        <p:spPr bwMode="gray">
          <a:xfrm>
            <a:off x="8170863" y="260350"/>
            <a:ext cx="64928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Rechteck 13"/>
          <p:cNvSpPr/>
          <p:nvPr userDrawn="1"/>
        </p:nvSpPr>
        <p:spPr bwMode="gray">
          <a:xfrm>
            <a:off x="324390" y="6678901"/>
            <a:ext cx="7056000" cy="144000"/>
          </a:xfrm>
          <a:prstGeom prst="rect">
            <a:avLst/>
          </a:prstGeom>
          <a:solidFill>
            <a:schemeClr val="bg1"/>
          </a:solidFill>
          <a:ln w="9525">
            <a:noFill/>
          </a:ln>
        </p:spPr>
        <p:txBody>
          <a:bodyPr lIns="0" tIns="0" rIns="0" bIns="0" anchor="ctr"/>
          <a:lstStyle/>
          <a:p>
            <a:pPr marL="0" lvl="8">
              <a:defRPr/>
            </a:pPr>
            <a:r>
              <a:rPr lang="it-IT" sz="800" b="1" dirty="0">
                <a:solidFill>
                  <a:srgbClr val="928580"/>
                </a:solidFill>
                <a:latin typeface="Arial" pitchFamily="34" charset="0"/>
              </a:rPr>
              <a:t>© GfK  | Energy Business  2016| Dicembre 2016</a:t>
            </a:r>
          </a:p>
        </p:txBody>
      </p:sp>
    </p:spTree>
    <p:extLst>
      <p:ext uri="{BB962C8B-B14F-4D97-AF65-F5344CB8AC3E}">
        <p14:creationId xmlns:p14="http://schemas.microsoft.com/office/powerpoint/2010/main" val="7909599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Title 5"/>
          <p:cNvSpPr>
            <a:spLocks noGrp="1"/>
          </p:cNvSpPr>
          <p:nvPr>
            <p:ph type="title"/>
          </p:nvPr>
        </p:nvSpPr>
        <p:spPr bwMode="gray"/>
        <p:txBody>
          <a:bodyPr/>
          <a:lstStyle/>
          <a:p>
            <a:r>
              <a:rPr lang="en-US"/>
              <a:t>Click to edit Master title style</a:t>
            </a:r>
            <a:endParaRPr lang="en-GB"/>
          </a:p>
        </p:txBody>
      </p:sp>
    </p:spTree>
    <p:extLst>
      <p:ext uri="{BB962C8B-B14F-4D97-AF65-F5344CB8AC3E}">
        <p14:creationId xmlns:p14="http://schemas.microsoft.com/office/powerpoint/2010/main" val="510405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323528" y="1052736"/>
            <a:ext cx="8496944" cy="5328592"/>
          </a:xfrm>
        </p:spPr>
        <p:txBody>
          <a:bodyPr/>
          <a:lstStyle>
            <a:lvl2pPr>
              <a:spcAft>
                <a:spcPts val="0"/>
              </a:spcAft>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it-IT" noProof="0"/>
          </a:p>
        </p:txBody>
      </p:sp>
      <p:sp>
        <p:nvSpPr>
          <p:cNvPr id="4" name="Title 3"/>
          <p:cNvSpPr>
            <a:spLocks noGrp="1"/>
          </p:cNvSpPr>
          <p:nvPr>
            <p:ph type="title"/>
          </p:nvPr>
        </p:nvSpPr>
        <p:spPr bwMode="gray"/>
        <p:txBody>
          <a:bodyPr/>
          <a:lstStyle>
            <a:lvl1pPr>
              <a:defRPr/>
            </a:lvl1pPr>
          </a:lstStyle>
          <a:p>
            <a:r>
              <a:rPr lang="en-US" noProof="0"/>
              <a:t>Click to edit Master title style</a:t>
            </a:r>
            <a:endParaRPr lang="it-IT" noProof="0"/>
          </a:p>
        </p:txBody>
      </p:sp>
    </p:spTree>
    <p:extLst>
      <p:ext uri="{BB962C8B-B14F-4D97-AF65-F5344CB8AC3E}">
        <p14:creationId xmlns:p14="http://schemas.microsoft.com/office/powerpoint/2010/main" val="1332825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acts with Pictures">
    <p:spTree>
      <p:nvGrpSpPr>
        <p:cNvPr id="1" name=""/>
        <p:cNvGrpSpPr/>
        <p:nvPr/>
      </p:nvGrpSpPr>
      <p:grpSpPr>
        <a:xfrm>
          <a:off x="0" y="0"/>
          <a:ext cx="0" cy="0"/>
          <a:chOff x="0" y="0"/>
          <a:chExt cx="0" cy="0"/>
        </a:xfrm>
      </p:grpSpPr>
      <p:sp>
        <p:nvSpPr>
          <p:cNvPr id="5" name="Picture Placeholder 4"/>
          <p:cNvSpPr>
            <a:spLocks noGrp="1"/>
          </p:cNvSpPr>
          <p:nvPr>
            <p:ph type="pic" sz="quarter" idx="15"/>
          </p:nvPr>
        </p:nvSpPr>
        <p:spPr bwMode="gray">
          <a:xfrm>
            <a:off x="323528" y="3068960"/>
            <a:ext cx="1296144" cy="1944216"/>
          </a:xfrm>
        </p:spPr>
        <p:txBody>
          <a:bodyPr rtlCol="0">
            <a:noAutofit/>
          </a:bodyPr>
          <a:lstStyle>
            <a:lvl1pPr marL="0" indent="0">
              <a:buNone/>
              <a:defRPr/>
            </a:lvl1pPr>
          </a:lstStyle>
          <a:p>
            <a:pPr lvl="0"/>
            <a:r>
              <a:rPr lang="en-US" noProof="0" dirty="0"/>
              <a:t>Click icon to add picture</a:t>
            </a:r>
          </a:p>
        </p:txBody>
      </p:sp>
      <p:sp>
        <p:nvSpPr>
          <p:cNvPr id="13" name="Picture Placeholder 4"/>
          <p:cNvSpPr>
            <a:spLocks noGrp="1"/>
          </p:cNvSpPr>
          <p:nvPr>
            <p:ph type="pic" sz="quarter" idx="16"/>
          </p:nvPr>
        </p:nvSpPr>
        <p:spPr bwMode="gray">
          <a:xfrm>
            <a:off x="4644009" y="3068960"/>
            <a:ext cx="1296144" cy="1944216"/>
          </a:xfrm>
        </p:spPr>
        <p:txBody>
          <a:bodyPr rtlCol="0">
            <a:noAutofit/>
          </a:bodyPr>
          <a:lstStyle>
            <a:lvl1pPr marL="0" indent="0">
              <a:buNone/>
              <a:defRPr/>
            </a:lvl1pPr>
          </a:lstStyle>
          <a:p>
            <a:pPr lvl="0"/>
            <a:r>
              <a:rPr lang="en-US" noProof="0" dirty="0"/>
              <a:t>Click icon to add picture</a:t>
            </a:r>
          </a:p>
        </p:txBody>
      </p:sp>
      <p:sp>
        <p:nvSpPr>
          <p:cNvPr id="14" name="Text Placeholder 3"/>
          <p:cNvSpPr>
            <a:spLocks noGrp="1"/>
          </p:cNvSpPr>
          <p:nvPr>
            <p:ph type="body" sz="quarter" idx="18"/>
          </p:nvPr>
        </p:nvSpPr>
        <p:spPr bwMode="gray">
          <a:xfrm>
            <a:off x="1763689" y="4365105"/>
            <a:ext cx="2736303"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15" name="Text Placeholder 3"/>
          <p:cNvSpPr>
            <a:spLocks noGrp="1"/>
          </p:cNvSpPr>
          <p:nvPr>
            <p:ph type="body" sz="quarter" idx="19"/>
          </p:nvPr>
        </p:nvSpPr>
        <p:spPr bwMode="gray">
          <a:xfrm>
            <a:off x="1763688" y="3933057"/>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16" name="Text Placeholder 3"/>
          <p:cNvSpPr>
            <a:spLocks noGrp="1"/>
          </p:cNvSpPr>
          <p:nvPr>
            <p:ph type="body" sz="quarter" idx="20"/>
          </p:nvPr>
        </p:nvSpPr>
        <p:spPr bwMode="gray">
          <a:xfrm>
            <a:off x="1763688" y="3068951"/>
            <a:ext cx="2736304" cy="864105"/>
          </a:xfrm>
        </p:spPr>
        <p:txBody>
          <a:bodyPr tIns="0" anchor="b"/>
          <a:lstStyle>
            <a:lvl1pPr marL="0" indent="0">
              <a:spcBef>
                <a:spcPts val="0"/>
              </a:spcBef>
              <a:spcAft>
                <a:spcPts val="0"/>
              </a:spcAft>
              <a:buFontTx/>
              <a:buNone/>
              <a:defRPr sz="1400"/>
            </a:lvl1pPr>
            <a:lvl2pPr marL="0" indent="0">
              <a:spcBef>
                <a:spcPts val="0"/>
              </a:spcBef>
              <a:spcAft>
                <a:spcPts val="0"/>
              </a:spcAft>
              <a:buNone/>
              <a:defRPr sz="1400"/>
            </a:lvl2pPr>
            <a:lvl3pPr marL="0" indent="0" algn="l">
              <a:spcBef>
                <a:spcPts val="0"/>
              </a:spcBef>
              <a:spcAft>
                <a:spcPts val="0"/>
              </a:spcAft>
              <a:buFontTx/>
              <a:buNone/>
              <a:tabLst>
                <a:tab pos="630238" algn="l"/>
              </a:tabLst>
              <a:defRPr sz="1400"/>
            </a:lvl3pPr>
            <a:lvl4pPr marL="0" indent="0" algn="l">
              <a:spcBef>
                <a:spcPts val="0"/>
              </a:spcBef>
              <a:spcAft>
                <a:spcPts val="0"/>
              </a:spcAft>
              <a:buFontTx/>
              <a:buNone/>
              <a:defRPr sz="1400">
                <a:solidFill>
                  <a:schemeClr val="tx1"/>
                </a:solidFill>
              </a:defRPr>
            </a:lvl4pPr>
            <a:lvl5pPr marL="0" indent="0" algn="l">
              <a:spcBef>
                <a:spcPts val="0"/>
              </a:spcBef>
              <a:spcAft>
                <a:spcPts val="0"/>
              </a:spcAft>
              <a:buFontTx/>
              <a:buNone/>
              <a:defRPr sz="1400" b="0"/>
            </a:lvl5pPr>
            <a:lvl6pPr marL="0" indent="0" algn="l">
              <a:spcBef>
                <a:spcPts val="0"/>
              </a:spcBef>
              <a:spcAft>
                <a:spcPts val="0"/>
              </a:spcAft>
              <a:buFontTx/>
              <a:buNone/>
              <a:defRPr sz="1400"/>
            </a:lvl6pPr>
            <a:lvl7pPr marL="0" indent="0" algn="l">
              <a:spcBef>
                <a:spcPts val="0"/>
              </a:spcBef>
              <a:spcAft>
                <a:spcPts val="0"/>
              </a:spcAft>
              <a:buFontTx/>
              <a:buNone/>
              <a:defRPr sz="1400"/>
            </a:lvl7pPr>
            <a:lvl8pPr marL="0" indent="0" algn="l">
              <a:spcBef>
                <a:spcPts val="0"/>
              </a:spcBef>
              <a:spcAft>
                <a:spcPts val="0"/>
              </a:spcAft>
              <a:buFontTx/>
              <a:buNone/>
              <a:defRPr sz="1400"/>
            </a:lvl8pPr>
            <a:lvl9pPr marL="0" indent="0" algn="l">
              <a:spcBef>
                <a:spcPts val="0"/>
              </a:spcBef>
              <a:spcAft>
                <a:spcPts val="0"/>
              </a:spcAft>
              <a:buFontTx/>
              <a:buNone/>
              <a:defRPr sz="1400"/>
            </a:lvl9pPr>
          </a:lstStyle>
          <a:p>
            <a:pPr lvl="0"/>
            <a:r>
              <a:rPr lang="en-US"/>
              <a:t>Click to edit Master text styles</a:t>
            </a:r>
          </a:p>
        </p:txBody>
      </p:sp>
      <p:sp>
        <p:nvSpPr>
          <p:cNvPr id="22" name="Text Placeholder 3"/>
          <p:cNvSpPr>
            <a:spLocks noGrp="1"/>
          </p:cNvSpPr>
          <p:nvPr>
            <p:ph type="body" sz="quarter" idx="26"/>
          </p:nvPr>
        </p:nvSpPr>
        <p:spPr bwMode="gray">
          <a:xfrm>
            <a:off x="1763688" y="4581128"/>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23" name="Text Placeholder 3"/>
          <p:cNvSpPr>
            <a:spLocks noGrp="1"/>
          </p:cNvSpPr>
          <p:nvPr>
            <p:ph type="body" sz="quarter" idx="27"/>
          </p:nvPr>
        </p:nvSpPr>
        <p:spPr bwMode="gray">
          <a:xfrm>
            <a:off x="1763767" y="4797152"/>
            <a:ext cx="2736226" cy="21501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24" name="Text Placeholder 3"/>
          <p:cNvSpPr>
            <a:spLocks noGrp="1"/>
          </p:cNvSpPr>
          <p:nvPr>
            <p:ph type="body" sz="quarter" idx="28"/>
          </p:nvPr>
        </p:nvSpPr>
        <p:spPr bwMode="gray">
          <a:xfrm>
            <a:off x="6084168" y="4365105"/>
            <a:ext cx="2736304" cy="216023"/>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25" name="Text Placeholder 3"/>
          <p:cNvSpPr>
            <a:spLocks noGrp="1"/>
          </p:cNvSpPr>
          <p:nvPr>
            <p:ph type="body" sz="quarter" idx="29"/>
          </p:nvPr>
        </p:nvSpPr>
        <p:spPr bwMode="gray">
          <a:xfrm>
            <a:off x="6084168" y="3933057"/>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26" name="Text Placeholder 3"/>
          <p:cNvSpPr>
            <a:spLocks noGrp="1"/>
          </p:cNvSpPr>
          <p:nvPr>
            <p:ph type="body" sz="quarter" idx="30"/>
          </p:nvPr>
        </p:nvSpPr>
        <p:spPr bwMode="gray">
          <a:xfrm>
            <a:off x="6084168" y="3068961"/>
            <a:ext cx="2736304" cy="864096"/>
          </a:xfrm>
        </p:spPr>
        <p:txBody>
          <a:bodyPr tIns="0" anchor="b"/>
          <a:lstStyle>
            <a:lvl1pPr marL="0" indent="0">
              <a:spcBef>
                <a:spcPts val="0"/>
              </a:spcBef>
              <a:spcAft>
                <a:spcPts val="0"/>
              </a:spcAft>
              <a:buFontTx/>
              <a:buNone/>
              <a:defRPr sz="1400"/>
            </a:lvl1pPr>
            <a:lvl2pPr marL="0" indent="0">
              <a:spcBef>
                <a:spcPts val="0"/>
              </a:spcBef>
              <a:spcAft>
                <a:spcPts val="0"/>
              </a:spcAft>
              <a:buNone/>
              <a:defRPr sz="1400"/>
            </a:lvl2pPr>
            <a:lvl3pPr marL="0" indent="0" algn="l">
              <a:spcBef>
                <a:spcPts val="0"/>
              </a:spcBef>
              <a:spcAft>
                <a:spcPts val="0"/>
              </a:spcAft>
              <a:buFontTx/>
              <a:buNone/>
              <a:tabLst>
                <a:tab pos="630238" algn="l"/>
              </a:tabLst>
              <a:defRPr sz="1400"/>
            </a:lvl3pPr>
            <a:lvl4pPr marL="0" indent="0" algn="l">
              <a:spcBef>
                <a:spcPts val="0"/>
              </a:spcBef>
              <a:spcAft>
                <a:spcPts val="0"/>
              </a:spcAft>
              <a:buFontTx/>
              <a:buNone/>
              <a:defRPr sz="1400">
                <a:solidFill>
                  <a:schemeClr val="tx1"/>
                </a:solidFill>
              </a:defRPr>
            </a:lvl4pPr>
            <a:lvl5pPr marL="0" indent="0" algn="l">
              <a:spcBef>
                <a:spcPts val="0"/>
              </a:spcBef>
              <a:spcAft>
                <a:spcPts val="0"/>
              </a:spcAft>
              <a:buFontTx/>
              <a:buNone/>
              <a:defRPr sz="1400" b="0"/>
            </a:lvl5pPr>
            <a:lvl6pPr marL="0" indent="0" algn="l">
              <a:spcBef>
                <a:spcPts val="0"/>
              </a:spcBef>
              <a:spcAft>
                <a:spcPts val="0"/>
              </a:spcAft>
              <a:buFontTx/>
              <a:buNone/>
              <a:defRPr sz="1400"/>
            </a:lvl6pPr>
            <a:lvl7pPr marL="0" indent="0" algn="l">
              <a:spcBef>
                <a:spcPts val="0"/>
              </a:spcBef>
              <a:spcAft>
                <a:spcPts val="0"/>
              </a:spcAft>
              <a:buFontTx/>
              <a:buNone/>
              <a:defRPr sz="1400"/>
            </a:lvl7pPr>
            <a:lvl8pPr marL="0" indent="0" algn="l">
              <a:spcBef>
                <a:spcPts val="0"/>
              </a:spcBef>
              <a:spcAft>
                <a:spcPts val="0"/>
              </a:spcAft>
              <a:buFontTx/>
              <a:buNone/>
              <a:defRPr sz="1400"/>
            </a:lvl8pPr>
            <a:lvl9pPr marL="0" indent="0" algn="l">
              <a:spcBef>
                <a:spcPts val="0"/>
              </a:spcBef>
              <a:spcAft>
                <a:spcPts val="0"/>
              </a:spcAft>
              <a:buFontTx/>
              <a:buNone/>
              <a:defRPr sz="1400"/>
            </a:lvl9pPr>
          </a:lstStyle>
          <a:p>
            <a:pPr lvl="0"/>
            <a:r>
              <a:rPr lang="en-US"/>
              <a:t>Click to edit Master text styles</a:t>
            </a:r>
          </a:p>
        </p:txBody>
      </p:sp>
      <p:sp>
        <p:nvSpPr>
          <p:cNvPr id="27" name="Text Placeholder 3"/>
          <p:cNvSpPr>
            <a:spLocks noGrp="1"/>
          </p:cNvSpPr>
          <p:nvPr>
            <p:ph type="body" sz="quarter" idx="31"/>
          </p:nvPr>
        </p:nvSpPr>
        <p:spPr bwMode="gray">
          <a:xfrm>
            <a:off x="6084168" y="4581128"/>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28" name="Text Placeholder 3"/>
          <p:cNvSpPr>
            <a:spLocks noGrp="1"/>
          </p:cNvSpPr>
          <p:nvPr>
            <p:ph type="body" sz="quarter" idx="32"/>
          </p:nvPr>
        </p:nvSpPr>
        <p:spPr bwMode="gray">
          <a:xfrm>
            <a:off x="6084168" y="4797152"/>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4" name="Title 3"/>
          <p:cNvSpPr>
            <a:spLocks noGrp="1"/>
          </p:cNvSpPr>
          <p:nvPr>
            <p:ph type="title"/>
          </p:nvPr>
        </p:nvSpPr>
        <p:spPr bwMode="gray"/>
        <p:txBody>
          <a:bodyPr/>
          <a:lstStyle/>
          <a:p>
            <a:r>
              <a:rPr lang="en-US"/>
              <a:t>Click to edit Master title style</a:t>
            </a:r>
            <a:endParaRPr lang="en-GB"/>
          </a:p>
        </p:txBody>
      </p:sp>
    </p:spTree>
    <p:extLst>
      <p:ext uri="{BB962C8B-B14F-4D97-AF65-F5344CB8AC3E}">
        <p14:creationId xmlns:p14="http://schemas.microsoft.com/office/powerpoint/2010/main" val="1885678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acts with Pictures">
    <p:spTree>
      <p:nvGrpSpPr>
        <p:cNvPr id="1" name=""/>
        <p:cNvGrpSpPr/>
        <p:nvPr/>
      </p:nvGrpSpPr>
      <p:grpSpPr>
        <a:xfrm>
          <a:off x="0" y="0"/>
          <a:ext cx="0" cy="0"/>
          <a:chOff x="0" y="0"/>
          <a:chExt cx="0" cy="0"/>
        </a:xfrm>
      </p:grpSpPr>
      <p:sp>
        <p:nvSpPr>
          <p:cNvPr id="44" name="Picture Placeholder 4"/>
          <p:cNvSpPr>
            <a:spLocks noGrp="1"/>
          </p:cNvSpPr>
          <p:nvPr>
            <p:ph type="pic" sz="quarter" idx="26"/>
          </p:nvPr>
        </p:nvSpPr>
        <p:spPr bwMode="gray">
          <a:xfrm>
            <a:off x="323850" y="2276818"/>
            <a:ext cx="1295400" cy="1944270"/>
          </a:xfrm>
        </p:spPr>
        <p:txBody>
          <a:bodyPr rtlCol="0">
            <a:noAutofit/>
          </a:bodyPr>
          <a:lstStyle>
            <a:lvl1pPr marL="0" indent="0">
              <a:buNone/>
              <a:defRPr/>
            </a:lvl1pPr>
          </a:lstStyle>
          <a:p>
            <a:pPr lvl="0"/>
            <a:r>
              <a:rPr lang="en-US" noProof="0" dirty="0"/>
              <a:t>Click icon to add picture</a:t>
            </a:r>
          </a:p>
        </p:txBody>
      </p:sp>
      <p:sp>
        <p:nvSpPr>
          <p:cNvPr id="45" name="Picture Placeholder 4"/>
          <p:cNvSpPr>
            <a:spLocks noGrp="1"/>
          </p:cNvSpPr>
          <p:nvPr>
            <p:ph type="pic" sz="quarter" idx="27"/>
          </p:nvPr>
        </p:nvSpPr>
        <p:spPr bwMode="gray">
          <a:xfrm>
            <a:off x="4645025" y="2276818"/>
            <a:ext cx="1295400" cy="1944270"/>
          </a:xfrm>
        </p:spPr>
        <p:txBody>
          <a:bodyPr rtlCol="0">
            <a:noAutofit/>
          </a:bodyPr>
          <a:lstStyle>
            <a:lvl1pPr marL="0" indent="0">
              <a:buNone/>
              <a:defRPr/>
            </a:lvl1pPr>
          </a:lstStyle>
          <a:p>
            <a:pPr lvl="0"/>
            <a:r>
              <a:rPr lang="en-US" noProof="0" dirty="0"/>
              <a:t>Click icon to add picture</a:t>
            </a:r>
          </a:p>
        </p:txBody>
      </p:sp>
      <p:sp>
        <p:nvSpPr>
          <p:cNvPr id="46" name="Text Placeholder 3"/>
          <p:cNvSpPr>
            <a:spLocks noGrp="1"/>
          </p:cNvSpPr>
          <p:nvPr>
            <p:ph type="body" sz="quarter" idx="28"/>
          </p:nvPr>
        </p:nvSpPr>
        <p:spPr bwMode="gray">
          <a:xfrm>
            <a:off x="1763609" y="3573016"/>
            <a:ext cx="2736953" cy="216023"/>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47" name="Text Placeholder 3"/>
          <p:cNvSpPr>
            <a:spLocks noGrp="1"/>
          </p:cNvSpPr>
          <p:nvPr>
            <p:ph type="body" sz="quarter" idx="29"/>
          </p:nvPr>
        </p:nvSpPr>
        <p:spPr bwMode="gray">
          <a:xfrm>
            <a:off x="1763688" y="3140968"/>
            <a:ext cx="273687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48" name="Text Placeholder 3"/>
          <p:cNvSpPr>
            <a:spLocks noGrp="1"/>
          </p:cNvSpPr>
          <p:nvPr>
            <p:ph type="body" sz="quarter" idx="30"/>
          </p:nvPr>
        </p:nvSpPr>
        <p:spPr bwMode="gray">
          <a:xfrm>
            <a:off x="1763688" y="2276873"/>
            <a:ext cx="2736304" cy="864096"/>
          </a:xfrm>
        </p:spPr>
        <p:txBody>
          <a:bodyPr tIns="0" anchor="b"/>
          <a:lstStyle>
            <a:lvl1pPr marL="0" indent="0">
              <a:spcBef>
                <a:spcPts val="0"/>
              </a:spcBef>
              <a:spcAft>
                <a:spcPts val="0"/>
              </a:spcAft>
              <a:buFontTx/>
              <a:buNone/>
              <a:defRPr sz="1400"/>
            </a:lvl1pPr>
            <a:lvl2pPr marL="0" indent="0">
              <a:spcBef>
                <a:spcPts val="0"/>
              </a:spcBef>
              <a:spcAft>
                <a:spcPts val="0"/>
              </a:spcAft>
              <a:buNone/>
              <a:defRPr sz="1400"/>
            </a:lvl2pPr>
            <a:lvl3pPr marL="0" indent="0" algn="l">
              <a:spcBef>
                <a:spcPts val="0"/>
              </a:spcBef>
              <a:spcAft>
                <a:spcPts val="0"/>
              </a:spcAft>
              <a:buFontTx/>
              <a:buNone/>
              <a:tabLst>
                <a:tab pos="630238" algn="l"/>
              </a:tabLst>
              <a:defRPr sz="1400"/>
            </a:lvl3pPr>
            <a:lvl4pPr marL="0" indent="0" algn="l">
              <a:spcBef>
                <a:spcPts val="0"/>
              </a:spcBef>
              <a:spcAft>
                <a:spcPts val="0"/>
              </a:spcAft>
              <a:buFontTx/>
              <a:buNone/>
              <a:defRPr sz="1400">
                <a:solidFill>
                  <a:schemeClr val="tx1"/>
                </a:solidFill>
              </a:defRPr>
            </a:lvl4pPr>
            <a:lvl5pPr marL="0" indent="0" algn="l">
              <a:spcBef>
                <a:spcPts val="0"/>
              </a:spcBef>
              <a:spcAft>
                <a:spcPts val="0"/>
              </a:spcAft>
              <a:buFontTx/>
              <a:buNone/>
              <a:defRPr sz="1400" b="0"/>
            </a:lvl5pPr>
            <a:lvl6pPr marL="0" indent="0" algn="l">
              <a:spcBef>
                <a:spcPts val="0"/>
              </a:spcBef>
              <a:spcAft>
                <a:spcPts val="0"/>
              </a:spcAft>
              <a:buFontTx/>
              <a:buNone/>
              <a:defRPr sz="1400"/>
            </a:lvl6pPr>
            <a:lvl7pPr marL="0" indent="0" algn="l">
              <a:spcBef>
                <a:spcPts val="0"/>
              </a:spcBef>
              <a:spcAft>
                <a:spcPts val="0"/>
              </a:spcAft>
              <a:buFontTx/>
              <a:buNone/>
              <a:defRPr sz="1400"/>
            </a:lvl7pPr>
            <a:lvl8pPr marL="0" indent="0" algn="l">
              <a:spcBef>
                <a:spcPts val="0"/>
              </a:spcBef>
              <a:spcAft>
                <a:spcPts val="0"/>
              </a:spcAft>
              <a:buFontTx/>
              <a:buNone/>
              <a:defRPr sz="1400"/>
            </a:lvl8pPr>
            <a:lvl9pPr marL="0" indent="0" algn="l">
              <a:spcBef>
                <a:spcPts val="0"/>
              </a:spcBef>
              <a:spcAft>
                <a:spcPts val="0"/>
              </a:spcAft>
              <a:buFontTx/>
              <a:buNone/>
              <a:defRPr sz="1400"/>
            </a:lvl9pPr>
          </a:lstStyle>
          <a:p>
            <a:pPr lvl="0"/>
            <a:r>
              <a:rPr lang="en-US"/>
              <a:t>Click to edit Master text styles</a:t>
            </a:r>
          </a:p>
        </p:txBody>
      </p:sp>
      <p:sp>
        <p:nvSpPr>
          <p:cNvPr id="49" name="Text Placeholder 3"/>
          <p:cNvSpPr>
            <a:spLocks noGrp="1"/>
          </p:cNvSpPr>
          <p:nvPr>
            <p:ph type="body" sz="quarter" idx="31"/>
          </p:nvPr>
        </p:nvSpPr>
        <p:spPr bwMode="gray">
          <a:xfrm>
            <a:off x="1763687" y="3789040"/>
            <a:ext cx="2736875"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50" name="Text Placeholder 3"/>
          <p:cNvSpPr>
            <a:spLocks noGrp="1"/>
          </p:cNvSpPr>
          <p:nvPr>
            <p:ph type="body" sz="quarter" idx="32"/>
          </p:nvPr>
        </p:nvSpPr>
        <p:spPr bwMode="gray">
          <a:xfrm>
            <a:off x="1763767" y="4005064"/>
            <a:ext cx="2736226"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51" name="Text Placeholder 3"/>
          <p:cNvSpPr>
            <a:spLocks noGrp="1"/>
          </p:cNvSpPr>
          <p:nvPr>
            <p:ph type="body" sz="quarter" idx="33"/>
          </p:nvPr>
        </p:nvSpPr>
        <p:spPr bwMode="gray">
          <a:xfrm>
            <a:off x="6084168" y="3573017"/>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52" name="Text Placeholder 3"/>
          <p:cNvSpPr>
            <a:spLocks noGrp="1"/>
          </p:cNvSpPr>
          <p:nvPr>
            <p:ph type="body" sz="quarter" idx="34"/>
          </p:nvPr>
        </p:nvSpPr>
        <p:spPr bwMode="gray">
          <a:xfrm>
            <a:off x="6084168" y="3140968"/>
            <a:ext cx="2736304" cy="216765"/>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53" name="Text Placeholder 3"/>
          <p:cNvSpPr>
            <a:spLocks noGrp="1"/>
          </p:cNvSpPr>
          <p:nvPr>
            <p:ph type="body" sz="quarter" idx="35"/>
          </p:nvPr>
        </p:nvSpPr>
        <p:spPr bwMode="gray">
          <a:xfrm>
            <a:off x="6084168" y="2276829"/>
            <a:ext cx="2736304" cy="864140"/>
          </a:xfrm>
        </p:spPr>
        <p:txBody>
          <a:bodyPr tIns="0" anchor="b"/>
          <a:lstStyle>
            <a:lvl1pPr marL="0" indent="0">
              <a:spcBef>
                <a:spcPts val="0"/>
              </a:spcBef>
              <a:spcAft>
                <a:spcPts val="0"/>
              </a:spcAft>
              <a:buFontTx/>
              <a:buNone/>
              <a:defRPr sz="1400"/>
            </a:lvl1pPr>
            <a:lvl2pPr marL="0" indent="0">
              <a:spcBef>
                <a:spcPts val="0"/>
              </a:spcBef>
              <a:spcAft>
                <a:spcPts val="0"/>
              </a:spcAft>
              <a:buNone/>
              <a:defRPr sz="1400"/>
            </a:lvl2pPr>
            <a:lvl3pPr marL="0" indent="0" algn="l">
              <a:spcBef>
                <a:spcPts val="0"/>
              </a:spcBef>
              <a:spcAft>
                <a:spcPts val="0"/>
              </a:spcAft>
              <a:buFontTx/>
              <a:buNone/>
              <a:tabLst>
                <a:tab pos="630238" algn="l"/>
              </a:tabLst>
              <a:defRPr sz="1400"/>
            </a:lvl3pPr>
            <a:lvl4pPr marL="0" indent="0" algn="l">
              <a:spcBef>
                <a:spcPts val="0"/>
              </a:spcBef>
              <a:spcAft>
                <a:spcPts val="0"/>
              </a:spcAft>
              <a:buFontTx/>
              <a:buNone/>
              <a:defRPr sz="1400">
                <a:solidFill>
                  <a:schemeClr val="tx1"/>
                </a:solidFill>
              </a:defRPr>
            </a:lvl4pPr>
            <a:lvl5pPr marL="0" indent="0" algn="l">
              <a:spcBef>
                <a:spcPts val="0"/>
              </a:spcBef>
              <a:spcAft>
                <a:spcPts val="0"/>
              </a:spcAft>
              <a:buFontTx/>
              <a:buNone/>
              <a:defRPr sz="1400" b="0"/>
            </a:lvl5pPr>
            <a:lvl6pPr marL="0" indent="0" algn="l">
              <a:spcBef>
                <a:spcPts val="0"/>
              </a:spcBef>
              <a:spcAft>
                <a:spcPts val="0"/>
              </a:spcAft>
              <a:buFontTx/>
              <a:buNone/>
              <a:defRPr sz="1400"/>
            </a:lvl6pPr>
            <a:lvl7pPr marL="0" indent="0" algn="l">
              <a:spcBef>
                <a:spcPts val="0"/>
              </a:spcBef>
              <a:spcAft>
                <a:spcPts val="0"/>
              </a:spcAft>
              <a:buFontTx/>
              <a:buNone/>
              <a:defRPr sz="1400"/>
            </a:lvl7pPr>
            <a:lvl8pPr marL="0" indent="0" algn="l">
              <a:spcBef>
                <a:spcPts val="0"/>
              </a:spcBef>
              <a:spcAft>
                <a:spcPts val="0"/>
              </a:spcAft>
              <a:buFontTx/>
              <a:buNone/>
              <a:defRPr sz="1400"/>
            </a:lvl8pPr>
            <a:lvl9pPr marL="0" indent="0" algn="l">
              <a:spcBef>
                <a:spcPts val="0"/>
              </a:spcBef>
              <a:spcAft>
                <a:spcPts val="0"/>
              </a:spcAft>
              <a:buFontTx/>
              <a:buNone/>
              <a:defRPr sz="1400"/>
            </a:lvl9pPr>
          </a:lstStyle>
          <a:p>
            <a:pPr lvl="0"/>
            <a:r>
              <a:rPr lang="en-US"/>
              <a:t>Click to edit Master text styles</a:t>
            </a:r>
          </a:p>
        </p:txBody>
      </p:sp>
      <p:sp>
        <p:nvSpPr>
          <p:cNvPr id="54" name="Text Placeholder 3"/>
          <p:cNvSpPr>
            <a:spLocks noGrp="1"/>
          </p:cNvSpPr>
          <p:nvPr>
            <p:ph type="body" sz="quarter" idx="36"/>
          </p:nvPr>
        </p:nvSpPr>
        <p:spPr bwMode="gray">
          <a:xfrm>
            <a:off x="6084168" y="3789040"/>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55" name="Text Placeholder 3"/>
          <p:cNvSpPr>
            <a:spLocks noGrp="1"/>
          </p:cNvSpPr>
          <p:nvPr>
            <p:ph type="body" sz="quarter" idx="37"/>
          </p:nvPr>
        </p:nvSpPr>
        <p:spPr bwMode="gray">
          <a:xfrm>
            <a:off x="6084168" y="4005064"/>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56" name="Picture Placeholder 4"/>
          <p:cNvSpPr>
            <a:spLocks noGrp="1"/>
          </p:cNvSpPr>
          <p:nvPr>
            <p:ph type="pic" sz="quarter" idx="38"/>
          </p:nvPr>
        </p:nvSpPr>
        <p:spPr bwMode="gray">
          <a:xfrm>
            <a:off x="323528" y="4437058"/>
            <a:ext cx="1295400" cy="1944270"/>
          </a:xfrm>
        </p:spPr>
        <p:txBody>
          <a:bodyPr rtlCol="0">
            <a:noAutofit/>
          </a:bodyPr>
          <a:lstStyle>
            <a:lvl1pPr marL="0" indent="0">
              <a:buNone/>
              <a:defRPr/>
            </a:lvl1pPr>
          </a:lstStyle>
          <a:p>
            <a:pPr lvl="0"/>
            <a:r>
              <a:rPr lang="en-US" noProof="0" dirty="0"/>
              <a:t>Click icon to add picture</a:t>
            </a:r>
          </a:p>
        </p:txBody>
      </p:sp>
      <p:sp>
        <p:nvSpPr>
          <p:cNvPr id="57" name="Picture Placeholder 4"/>
          <p:cNvSpPr>
            <a:spLocks noGrp="1"/>
          </p:cNvSpPr>
          <p:nvPr>
            <p:ph type="pic" sz="quarter" idx="39"/>
          </p:nvPr>
        </p:nvSpPr>
        <p:spPr bwMode="gray">
          <a:xfrm>
            <a:off x="4644703" y="4437058"/>
            <a:ext cx="1295400" cy="1944270"/>
          </a:xfrm>
        </p:spPr>
        <p:txBody>
          <a:bodyPr rtlCol="0">
            <a:noAutofit/>
          </a:bodyPr>
          <a:lstStyle>
            <a:lvl1pPr marL="0" indent="0">
              <a:buNone/>
              <a:defRPr/>
            </a:lvl1pPr>
          </a:lstStyle>
          <a:p>
            <a:pPr lvl="0"/>
            <a:r>
              <a:rPr lang="en-US" noProof="0" dirty="0"/>
              <a:t>Click icon to add picture</a:t>
            </a:r>
          </a:p>
        </p:txBody>
      </p:sp>
      <p:sp>
        <p:nvSpPr>
          <p:cNvPr id="58" name="Text Placeholder 3"/>
          <p:cNvSpPr>
            <a:spLocks noGrp="1"/>
          </p:cNvSpPr>
          <p:nvPr>
            <p:ph type="body" sz="quarter" idx="40"/>
          </p:nvPr>
        </p:nvSpPr>
        <p:spPr bwMode="gray">
          <a:xfrm>
            <a:off x="1763688" y="5733733"/>
            <a:ext cx="2736874" cy="215535"/>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59" name="Text Placeholder 3"/>
          <p:cNvSpPr>
            <a:spLocks noGrp="1"/>
          </p:cNvSpPr>
          <p:nvPr>
            <p:ph type="body" sz="quarter" idx="41"/>
          </p:nvPr>
        </p:nvSpPr>
        <p:spPr bwMode="gray">
          <a:xfrm>
            <a:off x="1763688" y="5301209"/>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60" name="Text Placeholder 3"/>
          <p:cNvSpPr>
            <a:spLocks noGrp="1"/>
          </p:cNvSpPr>
          <p:nvPr>
            <p:ph type="body" sz="quarter" idx="42"/>
          </p:nvPr>
        </p:nvSpPr>
        <p:spPr bwMode="gray">
          <a:xfrm>
            <a:off x="1763688" y="4437059"/>
            <a:ext cx="2736304" cy="864150"/>
          </a:xfrm>
        </p:spPr>
        <p:txBody>
          <a:bodyPr tIns="0" anchor="b"/>
          <a:lstStyle>
            <a:lvl1pPr marL="0" indent="0">
              <a:spcBef>
                <a:spcPts val="0"/>
              </a:spcBef>
              <a:spcAft>
                <a:spcPts val="0"/>
              </a:spcAft>
              <a:buFontTx/>
              <a:buNone/>
              <a:defRPr sz="1400"/>
            </a:lvl1pPr>
            <a:lvl2pPr marL="0" indent="0">
              <a:spcBef>
                <a:spcPts val="0"/>
              </a:spcBef>
              <a:spcAft>
                <a:spcPts val="0"/>
              </a:spcAft>
              <a:buNone/>
              <a:defRPr sz="1400"/>
            </a:lvl2pPr>
            <a:lvl3pPr marL="0" indent="0" algn="l">
              <a:spcBef>
                <a:spcPts val="0"/>
              </a:spcBef>
              <a:spcAft>
                <a:spcPts val="0"/>
              </a:spcAft>
              <a:buFontTx/>
              <a:buNone/>
              <a:tabLst>
                <a:tab pos="630238" algn="l"/>
              </a:tabLst>
              <a:defRPr sz="1400"/>
            </a:lvl3pPr>
            <a:lvl4pPr marL="0" indent="0" algn="l">
              <a:spcBef>
                <a:spcPts val="0"/>
              </a:spcBef>
              <a:spcAft>
                <a:spcPts val="0"/>
              </a:spcAft>
              <a:buFontTx/>
              <a:buNone/>
              <a:defRPr sz="1400">
                <a:solidFill>
                  <a:schemeClr val="tx1"/>
                </a:solidFill>
              </a:defRPr>
            </a:lvl4pPr>
            <a:lvl5pPr marL="0" indent="0" algn="l">
              <a:spcBef>
                <a:spcPts val="0"/>
              </a:spcBef>
              <a:spcAft>
                <a:spcPts val="0"/>
              </a:spcAft>
              <a:buFontTx/>
              <a:buNone/>
              <a:defRPr sz="1400" b="0"/>
            </a:lvl5pPr>
            <a:lvl6pPr marL="0" indent="0" algn="l">
              <a:spcBef>
                <a:spcPts val="0"/>
              </a:spcBef>
              <a:spcAft>
                <a:spcPts val="0"/>
              </a:spcAft>
              <a:buFontTx/>
              <a:buNone/>
              <a:defRPr sz="1400"/>
            </a:lvl6pPr>
            <a:lvl7pPr marL="0" indent="0" algn="l">
              <a:spcBef>
                <a:spcPts val="0"/>
              </a:spcBef>
              <a:spcAft>
                <a:spcPts val="0"/>
              </a:spcAft>
              <a:buFontTx/>
              <a:buNone/>
              <a:defRPr sz="1400"/>
            </a:lvl7pPr>
            <a:lvl8pPr marL="0" indent="0" algn="l">
              <a:spcBef>
                <a:spcPts val="0"/>
              </a:spcBef>
              <a:spcAft>
                <a:spcPts val="0"/>
              </a:spcAft>
              <a:buFontTx/>
              <a:buNone/>
              <a:defRPr sz="1400"/>
            </a:lvl8pPr>
            <a:lvl9pPr marL="0" indent="0" algn="l">
              <a:spcBef>
                <a:spcPts val="0"/>
              </a:spcBef>
              <a:spcAft>
                <a:spcPts val="0"/>
              </a:spcAft>
              <a:buFontTx/>
              <a:buNone/>
              <a:defRPr sz="1400"/>
            </a:lvl9pPr>
          </a:lstStyle>
          <a:p>
            <a:pPr lvl="0"/>
            <a:r>
              <a:rPr lang="en-US"/>
              <a:t>Click to edit Master text styles</a:t>
            </a:r>
          </a:p>
        </p:txBody>
      </p:sp>
      <p:sp>
        <p:nvSpPr>
          <p:cNvPr id="61" name="Text Placeholder 3"/>
          <p:cNvSpPr>
            <a:spLocks noGrp="1"/>
          </p:cNvSpPr>
          <p:nvPr>
            <p:ph type="body" sz="quarter" idx="43"/>
          </p:nvPr>
        </p:nvSpPr>
        <p:spPr bwMode="gray">
          <a:xfrm>
            <a:off x="1763688" y="5949236"/>
            <a:ext cx="2736874" cy="215535"/>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62" name="Text Placeholder 3"/>
          <p:cNvSpPr>
            <a:spLocks noGrp="1"/>
          </p:cNvSpPr>
          <p:nvPr>
            <p:ph type="body" sz="quarter" idx="44"/>
          </p:nvPr>
        </p:nvSpPr>
        <p:spPr bwMode="gray">
          <a:xfrm>
            <a:off x="1763688" y="6164739"/>
            <a:ext cx="2736874" cy="215535"/>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63" name="Text Placeholder 3"/>
          <p:cNvSpPr>
            <a:spLocks noGrp="1"/>
          </p:cNvSpPr>
          <p:nvPr>
            <p:ph type="body" sz="quarter" idx="45"/>
          </p:nvPr>
        </p:nvSpPr>
        <p:spPr bwMode="gray">
          <a:xfrm>
            <a:off x="6084168" y="5733743"/>
            <a:ext cx="2736304" cy="215535"/>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64" name="Text Placeholder 3"/>
          <p:cNvSpPr>
            <a:spLocks noGrp="1"/>
          </p:cNvSpPr>
          <p:nvPr>
            <p:ph type="body" sz="quarter" idx="46"/>
          </p:nvPr>
        </p:nvSpPr>
        <p:spPr bwMode="gray">
          <a:xfrm>
            <a:off x="6084168" y="5301209"/>
            <a:ext cx="2736304" cy="216024"/>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65" name="Text Placeholder 3"/>
          <p:cNvSpPr>
            <a:spLocks noGrp="1"/>
          </p:cNvSpPr>
          <p:nvPr>
            <p:ph type="body" sz="quarter" idx="47"/>
          </p:nvPr>
        </p:nvSpPr>
        <p:spPr bwMode="gray">
          <a:xfrm>
            <a:off x="6084168" y="4437069"/>
            <a:ext cx="2736304" cy="864140"/>
          </a:xfrm>
        </p:spPr>
        <p:txBody>
          <a:bodyPr tIns="0" anchor="b"/>
          <a:lstStyle>
            <a:lvl1pPr marL="0" indent="0">
              <a:spcBef>
                <a:spcPts val="0"/>
              </a:spcBef>
              <a:spcAft>
                <a:spcPts val="0"/>
              </a:spcAft>
              <a:buFontTx/>
              <a:buNone/>
              <a:defRPr sz="1400"/>
            </a:lvl1pPr>
            <a:lvl2pPr marL="0" indent="0">
              <a:spcBef>
                <a:spcPts val="0"/>
              </a:spcBef>
              <a:spcAft>
                <a:spcPts val="0"/>
              </a:spcAft>
              <a:buNone/>
              <a:defRPr sz="1400"/>
            </a:lvl2pPr>
            <a:lvl3pPr marL="0" indent="0" algn="l">
              <a:spcBef>
                <a:spcPts val="0"/>
              </a:spcBef>
              <a:spcAft>
                <a:spcPts val="0"/>
              </a:spcAft>
              <a:buFontTx/>
              <a:buNone/>
              <a:tabLst>
                <a:tab pos="630238" algn="l"/>
              </a:tabLst>
              <a:defRPr sz="1400"/>
            </a:lvl3pPr>
            <a:lvl4pPr marL="0" indent="0" algn="l">
              <a:spcBef>
                <a:spcPts val="0"/>
              </a:spcBef>
              <a:spcAft>
                <a:spcPts val="0"/>
              </a:spcAft>
              <a:buFontTx/>
              <a:buNone/>
              <a:defRPr sz="1400">
                <a:solidFill>
                  <a:schemeClr val="tx1"/>
                </a:solidFill>
              </a:defRPr>
            </a:lvl4pPr>
            <a:lvl5pPr marL="0" indent="0" algn="l">
              <a:spcBef>
                <a:spcPts val="0"/>
              </a:spcBef>
              <a:spcAft>
                <a:spcPts val="0"/>
              </a:spcAft>
              <a:buFontTx/>
              <a:buNone/>
              <a:defRPr sz="1400" b="0"/>
            </a:lvl5pPr>
            <a:lvl6pPr marL="0" indent="0" algn="l">
              <a:spcBef>
                <a:spcPts val="0"/>
              </a:spcBef>
              <a:spcAft>
                <a:spcPts val="0"/>
              </a:spcAft>
              <a:buFontTx/>
              <a:buNone/>
              <a:defRPr sz="1400"/>
            </a:lvl6pPr>
            <a:lvl7pPr marL="0" indent="0" algn="l">
              <a:spcBef>
                <a:spcPts val="0"/>
              </a:spcBef>
              <a:spcAft>
                <a:spcPts val="0"/>
              </a:spcAft>
              <a:buFontTx/>
              <a:buNone/>
              <a:defRPr sz="1400"/>
            </a:lvl7pPr>
            <a:lvl8pPr marL="0" indent="0" algn="l">
              <a:spcBef>
                <a:spcPts val="0"/>
              </a:spcBef>
              <a:spcAft>
                <a:spcPts val="0"/>
              </a:spcAft>
              <a:buFontTx/>
              <a:buNone/>
              <a:defRPr sz="1400"/>
            </a:lvl8pPr>
            <a:lvl9pPr marL="0" indent="0" algn="l">
              <a:spcBef>
                <a:spcPts val="0"/>
              </a:spcBef>
              <a:spcAft>
                <a:spcPts val="0"/>
              </a:spcAft>
              <a:buFontTx/>
              <a:buNone/>
              <a:defRPr sz="1400"/>
            </a:lvl9pPr>
          </a:lstStyle>
          <a:p>
            <a:pPr lvl="0"/>
            <a:r>
              <a:rPr lang="en-US"/>
              <a:t>Click to edit Master text styles</a:t>
            </a:r>
          </a:p>
        </p:txBody>
      </p:sp>
      <p:sp>
        <p:nvSpPr>
          <p:cNvPr id="66" name="Text Placeholder 3"/>
          <p:cNvSpPr>
            <a:spLocks noGrp="1"/>
          </p:cNvSpPr>
          <p:nvPr>
            <p:ph type="body" sz="quarter" idx="48"/>
          </p:nvPr>
        </p:nvSpPr>
        <p:spPr bwMode="gray">
          <a:xfrm>
            <a:off x="6084168" y="5949246"/>
            <a:ext cx="2736304" cy="215535"/>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67" name="Text Placeholder 3"/>
          <p:cNvSpPr>
            <a:spLocks noGrp="1"/>
          </p:cNvSpPr>
          <p:nvPr>
            <p:ph type="body" sz="quarter" idx="49"/>
          </p:nvPr>
        </p:nvSpPr>
        <p:spPr bwMode="gray">
          <a:xfrm>
            <a:off x="6084168" y="6164749"/>
            <a:ext cx="2736304" cy="215535"/>
          </a:xfrm>
        </p:spPr>
        <p:txBody>
          <a:bodyPr tIns="0" anchor="b"/>
          <a:lstStyle>
            <a:lvl1pPr marL="0" indent="0">
              <a:spcBef>
                <a:spcPts val="0"/>
              </a:spcBef>
              <a:spcAft>
                <a:spcPts val="0"/>
              </a:spcAft>
              <a:buNone/>
              <a:defRPr sz="1200">
                <a:solidFill>
                  <a:schemeClr val="tx1"/>
                </a:solidFill>
              </a:defRPr>
            </a:lvl1pPr>
            <a:lvl2pPr marL="0" indent="0">
              <a:spcBef>
                <a:spcPts val="0"/>
              </a:spcBef>
              <a:spcAft>
                <a:spcPts val="0"/>
              </a:spcAft>
              <a:buNone/>
              <a:defRPr sz="1200"/>
            </a:lvl2pPr>
            <a:lvl3pPr marL="0" indent="0" algn="l">
              <a:spcBef>
                <a:spcPts val="0"/>
              </a:spcBef>
              <a:spcAft>
                <a:spcPts val="0"/>
              </a:spcAft>
              <a:buFontTx/>
              <a:buNone/>
              <a:tabLst>
                <a:tab pos="630238" algn="l"/>
              </a:tabLst>
              <a:defRPr sz="1200"/>
            </a:lvl3pPr>
            <a:lvl4pPr marL="0" indent="0" algn="l">
              <a:spcBef>
                <a:spcPts val="0"/>
              </a:spcBef>
              <a:spcAft>
                <a:spcPts val="0"/>
              </a:spcAft>
              <a:buFontTx/>
              <a:buNone/>
              <a:defRPr sz="1200">
                <a:solidFill>
                  <a:schemeClr val="tx1"/>
                </a:solidFill>
              </a:defRPr>
            </a:lvl4pPr>
            <a:lvl5pPr marL="0" indent="0" algn="l">
              <a:spcBef>
                <a:spcPts val="0"/>
              </a:spcBef>
              <a:spcAft>
                <a:spcPts val="0"/>
              </a:spcAft>
              <a:buFontTx/>
              <a:buNone/>
              <a:defRPr sz="1200"/>
            </a:lvl5pPr>
            <a:lvl6pPr marL="0" indent="0" algn="l">
              <a:spcBef>
                <a:spcPts val="0"/>
              </a:spcBef>
              <a:spcAft>
                <a:spcPts val="0"/>
              </a:spcAft>
              <a:buFontTx/>
              <a:buNone/>
              <a:defRPr sz="1200"/>
            </a:lvl6pPr>
            <a:lvl7pPr marL="0" indent="0" algn="l">
              <a:spcBef>
                <a:spcPts val="0"/>
              </a:spcBef>
              <a:spcAft>
                <a:spcPts val="0"/>
              </a:spcAft>
              <a:buFontTx/>
              <a:buNone/>
              <a:defRPr sz="1200"/>
            </a:lvl7pPr>
            <a:lvl8pPr marL="0" indent="0" algn="l">
              <a:spcBef>
                <a:spcPts val="0"/>
              </a:spcBef>
              <a:spcAft>
                <a:spcPts val="0"/>
              </a:spcAft>
              <a:buFontTx/>
              <a:buNone/>
              <a:defRPr sz="1200"/>
            </a:lvl8pPr>
            <a:lvl9pPr marL="0" indent="0" algn="l">
              <a:spcBef>
                <a:spcPts val="0"/>
              </a:spcBef>
              <a:spcAft>
                <a:spcPts val="0"/>
              </a:spcAft>
              <a:buFontTx/>
              <a:buNone/>
              <a:defRPr sz="1200"/>
            </a:lvl9pPr>
          </a:lstStyle>
          <a:p>
            <a:pPr lvl="0"/>
            <a:r>
              <a:rPr lang="en-US"/>
              <a:t>Click to edit Master text styles</a:t>
            </a:r>
          </a:p>
        </p:txBody>
      </p:sp>
      <p:sp>
        <p:nvSpPr>
          <p:cNvPr id="3" name="Title 2"/>
          <p:cNvSpPr>
            <a:spLocks noGrp="1"/>
          </p:cNvSpPr>
          <p:nvPr>
            <p:ph type="title"/>
          </p:nvPr>
        </p:nvSpPr>
        <p:spPr bwMode="gray"/>
        <p:txBody>
          <a:bodyPr/>
          <a:lstStyle/>
          <a:p>
            <a:r>
              <a:rPr lang="en-US"/>
              <a:t>Click to edit Master title style</a:t>
            </a:r>
            <a:endParaRPr lang="en-GB"/>
          </a:p>
        </p:txBody>
      </p:sp>
    </p:spTree>
    <p:extLst>
      <p:ext uri="{BB962C8B-B14F-4D97-AF65-F5344CB8AC3E}">
        <p14:creationId xmlns:p14="http://schemas.microsoft.com/office/powerpoint/2010/main" val="103258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9118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23850" y="260350"/>
            <a:ext cx="6335713" cy="647700"/>
          </a:xfrm>
        </p:spPr>
        <p:txBody>
          <a:bodyPr/>
          <a:lstStyle/>
          <a:p>
            <a:r>
              <a:rPr lang="en-US"/>
              <a:t>Click to edit Master title style</a:t>
            </a:r>
          </a:p>
        </p:txBody>
      </p:sp>
      <p:sp>
        <p:nvSpPr>
          <p:cNvPr id="3" name="Inhaltsplatzhalter 2"/>
          <p:cNvSpPr>
            <a:spLocks noGrp="1"/>
          </p:cNvSpPr>
          <p:nvPr>
            <p:ph idx="1"/>
          </p:nvPr>
        </p:nvSpPr>
        <p:spPr>
          <a:xfrm>
            <a:off x="323850" y="1052513"/>
            <a:ext cx="8496300"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5135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Nur Titel">
    <p:spTree>
      <p:nvGrpSpPr>
        <p:cNvPr id="1" name=""/>
        <p:cNvGrpSpPr/>
        <p:nvPr/>
      </p:nvGrpSpPr>
      <p:grpSpPr>
        <a:xfrm>
          <a:off x="0" y="0"/>
          <a:ext cx="0" cy="0"/>
          <a:chOff x="0" y="0"/>
          <a:chExt cx="0" cy="0"/>
        </a:xfrm>
      </p:grpSpPr>
      <p:sp>
        <p:nvSpPr>
          <p:cNvPr id="2" name="Titel 1"/>
          <p:cNvSpPr>
            <a:spLocks noGrp="1"/>
          </p:cNvSpPr>
          <p:nvPr>
            <p:ph type="title"/>
          </p:nvPr>
        </p:nvSpPr>
        <p:spPr>
          <a:xfrm>
            <a:off x="323850" y="260350"/>
            <a:ext cx="6335713" cy="647700"/>
          </a:xfrm>
        </p:spPr>
        <p:txBody>
          <a:bodyPr/>
          <a:lstStyle/>
          <a:p>
            <a:r>
              <a:rPr lang="en-US"/>
              <a:t>Click to edit Master title style</a:t>
            </a:r>
          </a:p>
        </p:txBody>
      </p:sp>
    </p:spTree>
    <p:extLst>
      <p:ext uri="{BB962C8B-B14F-4D97-AF65-F5344CB8AC3E}">
        <p14:creationId xmlns:p14="http://schemas.microsoft.com/office/powerpoint/2010/main" val="3444156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wo Contents">
    <p:spTree>
      <p:nvGrpSpPr>
        <p:cNvPr id="1" name=""/>
        <p:cNvGrpSpPr/>
        <p:nvPr/>
      </p:nvGrpSpPr>
      <p:grpSpPr>
        <a:xfrm>
          <a:off x="0" y="0"/>
          <a:ext cx="0" cy="0"/>
          <a:chOff x="0" y="0"/>
          <a:chExt cx="0" cy="0"/>
        </a:xfrm>
      </p:grpSpPr>
      <p:sp>
        <p:nvSpPr>
          <p:cNvPr id="3" name="Title 2"/>
          <p:cNvSpPr>
            <a:spLocks noGrp="1"/>
          </p:cNvSpPr>
          <p:nvPr>
            <p:ph type="title" hasCustomPrompt="1"/>
          </p:nvPr>
        </p:nvSpPr>
        <p:spPr bwMode="gray"/>
        <p:txBody>
          <a:bodyPr/>
          <a:lstStyle/>
          <a:p>
            <a:r>
              <a:rPr lang="en-US" noProof="0" dirty="0"/>
              <a:t>Click to add text</a:t>
            </a:r>
            <a:endParaRPr lang="en-GB" dirty="0"/>
          </a:p>
        </p:txBody>
      </p:sp>
      <p:sp>
        <p:nvSpPr>
          <p:cNvPr id="8" name="Textplatzhalter 6"/>
          <p:cNvSpPr>
            <a:spLocks noGrp="1"/>
          </p:cNvSpPr>
          <p:nvPr>
            <p:ph type="body" sz="quarter" idx="12" hasCustomPrompt="1"/>
          </p:nvPr>
        </p:nvSpPr>
        <p:spPr bwMode="gray">
          <a:xfrm>
            <a:off x="323850" y="6453189"/>
            <a:ext cx="8496300" cy="144463"/>
          </a:xfrm>
        </p:spPr>
        <p:txBody>
          <a:bodyPr tIns="0" bIns="36000" anchor="b" anchorCtr="0"/>
          <a:lstStyle>
            <a:lvl1pPr marL="0" indent="0">
              <a:spcBef>
                <a:spcPts val="0"/>
              </a:spcBef>
              <a:spcAft>
                <a:spcPts val="0"/>
              </a:spcAft>
              <a:buFont typeface="Arial" pitchFamily="34" charset="0"/>
              <a:buNone/>
              <a:defRPr sz="800" baseline="0">
                <a:solidFill>
                  <a:schemeClr val="bg2"/>
                </a:solidFill>
              </a:defRPr>
            </a:lvl1pPr>
            <a:lvl2pPr marL="0" indent="0">
              <a:spcBef>
                <a:spcPts val="0"/>
              </a:spcBef>
              <a:spcAft>
                <a:spcPts val="0"/>
              </a:spcAft>
              <a:buFont typeface="Arial" pitchFamily="34" charset="0"/>
              <a:buNone/>
              <a:defRPr sz="800">
                <a:solidFill>
                  <a:schemeClr val="bg2"/>
                </a:solidFill>
              </a:defRPr>
            </a:lvl2pPr>
            <a:lvl3pPr marL="0" indent="0">
              <a:spcBef>
                <a:spcPts val="0"/>
              </a:spcBef>
              <a:spcAft>
                <a:spcPts val="0"/>
              </a:spcAft>
              <a:buFont typeface="Arial" pitchFamily="34" charset="0"/>
              <a:buNone/>
              <a:defRPr sz="800">
                <a:solidFill>
                  <a:schemeClr val="bg2"/>
                </a:solidFill>
              </a:defRPr>
            </a:lvl3pPr>
            <a:lvl4pPr marL="0" indent="0">
              <a:spcBef>
                <a:spcPts val="0"/>
              </a:spcBef>
              <a:spcAft>
                <a:spcPts val="0"/>
              </a:spcAft>
              <a:buNone/>
              <a:defRPr sz="800">
                <a:solidFill>
                  <a:schemeClr val="bg2"/>
                </a:solidFill>
              </a:defRPr>
            </a:lvl4pPr>
            <a:lvl5pPr marL="0" indent="0">
              <a:spcBef>
                <a:spcPts val="300"/>
              </a:spcBef>
              <a:spcAft>
                <a:spcPts val="0"/>
              </a:spcAft>
              <a:buNone/>
              <a:defRPr sz="900" b="0">
                <a:solidFill>
                  <a:schemeClr val="bg2"/>
                </a:solidFill>
              </a:defRPr>
            </a:lvl5pPr>
            <a:lvl6pPr marL="0" indent="0">
              <a:spcBef>
                <a:spcPts val="0"/>
              </a:spcBef>
              <a:buFont typeface="Arial" pitchFamily="34" charset="0"/>
              <a:buNone/>
              <a:defRPr sz="800">
                <a:solidFill>
                  <a:schemeClr val="bg2"/>
                </a:solidFill>
              </a:defRPr>
            </a:lvl6pPr>
            <a:lvl7pPr marL="0" indent="0">
              <a:spcBef>
                <a:spcPts val="0"/>
              </a:spcBef>
              <a:buFont typeface="Arial" pitchFamily="34" charset="0"/>
              <a:buNone/>
              <a:defRPr sz="800">
                <a:solidFill>
                  <a:schemeClr val="bg2"/>
                </a:solidFill>
              </a:defRPr>
            </a:lvl7pPr>
            <a:lvl8pPr marL="0" indent="0">
              <a:spcBef>
                <a:spcPts val="0"/>
              </a:spcBef>
              <a:buFont typeface="Arial" pitchFamily="34" charset="0"/>
              <a:buNone/>
              <a:defRPr sz="800">
                <a:solidFill>
                  <a:schemeClr val="bg2"/>
                </a:solidFill>
              </a:defRPr>
            </a:lvl8pPr>
            <a:lvl9pPr marL="0" indent="0">
              <a:spcBef>
                <a:spcPts val="0"/>
              </a:spcBef>
              <a:buFont typeface="Arial" pitchFamily="34" charset="0"/>
              <a:buNone/>
              <a:defRPr sz="800">
                <a:solidFill>
                  <a:schemeClr val="bg2"/>
                </a:solidFill>
              </a:defRPr>
            </a:lvl9pPr>
          </a:lstStyle>
          <a:p>
            <a:pPr lvl="0"/>
            <a:r>
              <a:rPr lang="en-US" noProof="0" dirty="0"/>
              <a:t>[Source information]</a:t>
            </a:r>
          </a:p>
        </p:txBody>
      </p:sp>
      <p:sp>
        <p:nvSpPr>
          <p:cNvPr id="13" name="Content Placeholder 4"/>
          <p:cNvSpPr>
            <a:spLocks noGrp="1"/>
          </p:cNvSpPr>
          <p:nvPr>
            <p:ph sz="quarter" idx="13" hasCustomPrompt="1"/>
          </p:nvPr>
        </p:nvSpPr>
        <p:spPr>
          <a:xfrm>
            <a:off x="323528" y="1052736"/>
            <a:ext cx="4177035" cy="5328592"/>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4" name="Content Placeholder 4"/>
          <p:cNvSpPr>
            <a:spLocks noGrp="1"/>
          </p:cNvSpPr>
          <p:nvPr>
            <p:ph sz="quarter" idx="14" hasCustomPrompt="1"/>
          </p:nvPr>
        </p:nvSpPr>
        <p:spPr>
          <a:xfrm>
            <a:off x="4644012" y="1052736"/>
            <a:ext cx="4177035" cy="5328592"/>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3234610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Textplatzhalter 6"/>
          <p:cNvSpPr>
            <a:spLocks noGrp="1"/>
          </p:cNvSpPr>
          <p:nvPr>
            <p:ph type="body" sz="quarter" idx="12" hasCustomPrompt="1"/>
          </p:nvPr>
        </p:nvSpPr>
        <p:spPr bwMode="gray">
          <a:xfrm>
            <a:off x="323850" y="6453199"/>
            <a:ext cx="8496300" cy="144463"/>
          </a:xfrm>
        </p:spPr>
        <p:txBody>
          <a:bodyPr tIns="0" bIns="36000" anchor="b" anchorCtr="0"/>
          <a:lst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800">
                <a:solidFill>
                  <a:schemeClr val="bg2"/>
                </a:solidFill>
              </a:defRPr>
            </a:lvl1pPr>
            <a:lvl2pPr marL="0" indent="0">
              <a:spcBef>
                <a:spcPts val="300"/>
              </a:spcBef>
              <a:spcAft>
                <a:spcPts val="0"/>
              </a:spcAft>
              <a:buFont typeface="Arial" pitchFamily="34" charset="0"/>
              <a:buNone/>
              <a:defRPr sz="900">
                <a:solidFill>
                  <a:schemeClr val="bg2"/>
                </a:solidFill>
              </a:defRPr>
            </a:lvl2pPr>
            <a:lvl3pPr marL="0" indent="0">
              <a:spcBef>
                <a:spcPts val="300"/>
              </a:spcBef>
              <a:spcAft>
                <a:spcPts val="0"/>
              </a:spcAft>
              <a:buFont typeface="Arial" pitchFamily="34" charset="0"/>
              <a:buNone/>
              <a:defRPr sz="900">
                <a:solidFill>
                  <a:schemeClr val="bg2"/>
                </a:solidFill>
              </a:defRPr>
            </a:lvl3pPr>
            <a:lvl4pPr marL="0" indent="0">
              <a:spcBef>
                <a:spcPts val="300"/>
              </a:spcBef>
              <a:spcAft>
                <a:spcPts val="0"/>
              </a:spcAft>
              <a:buNone/>
              <a:defRPr sz="900">
                <a:solidFill>
                  <a:schemeClr val="bg2"/>
                </a:solidFill>
              </a:defRPr>
            </a:lvl4pPr>
            <a:lvl5pPr marL="0" indent="0">
              <a:spcBef>
                <a:spcPts val="300"/>
              </a:spcBef>
              <a:spcAft>
                <a:spcPts val="0"/>
              </a:spcAft>
              <a:buNone/>
              <a:defRPr sz="900" b="0">
                <a:solidFill>
                  <a:schemeClr val="bg2"/>
                </a:solidFill>
              </a:defRPr>
            </a:lvl5pPr>
            <a:lvl6pPr marL="0" indent="0">
              <a:spcBef>
                <a:spcPts val="300"/>
              </a:spcBef>
              <a:buFont typeface="Arial" pitchFamily="34" charset="0"/>
              <a:buNone/>
              <a:defRPr sz="900">
                <a:solidFill>
                  <a:schemeClr val="bg2"/>
                </a:solidFill>
              </a:defRPr>
            </a:lvl6pPr>
            <a:lvl7pPr marL="0" indent="0">
              <a:spcBef>
                <a:spcPts val="300"/>
              </a:spcBef>
              <a:buFont typeface="Arial" pitchFamily="34" charset="0"/>
              <a:buNone/>
              <a:defRPr sz="900">
                <a:solidFill>
                  <a:schemeClr val="bg2"/>
                </a:solidFill>
              </a:defRPr>
            </a:lvl7pPr>
            <a:lvl8pPr marL="0" indent="0">
              <a:spcBef>
                <a:spcPts val="300"/>
              </a:spcBef>
              <a:buFont typeface="Arial" pitchFamily="34" charset="0"/>
              <a:buNone/>
              <a:defRPr sz="900">
                <a:solidFill>
                  <a:schemeClr val="bg2"/>
                </a:solidFill>
              </a:defRPr>
            </a:lvl8pPr>
            <a:lvl9pPr marL="0" indent="0">
              <a:spcBef>
                <a:spcPts val="300"/>
              </a:spcBef>
              <a:buFont typeface="Arial" pitchFamily="34" charset="0"/>
              <a:buNone/>
              <a:defRPr sz="900">
                <a:solidFill>
                  <a:schemeClr val="bg2"/>
                </a:solidFill>
              </a:defRPr>
            </a:lvl9pPr>
          </a:lstStyle>
          <a:p>
            <a:pPr lvl="0"/>
            <a:r>
              <a:rPr lang="en-US" noProof="0" dirty="0"/>
              <a:t>[Source information]</a:t>
            </a:r>
          </a:p>
        </p:txBody>
      </p:sp>
      <p:sp>
        <p:nvSpPr>
          <p:cNvPr id="6" name="Title 5"/>
          <p:cNvSpPr>
            <a:spLocks noGrp="1"/>
          </p:cNvSpPr>
          <p:nvPr>
            <p:ph type="title" hasCustomPrompt="1"/>
          </p:nvPr>
        </p:nvSpPr>
        <p:spPr bwMode="gray"/>
        <p:txBody>
          <a:bodyPr/>
          <a:lstStyle>
            <a:lvl1pPr>
              <a:defRPr>
                <a:latin typeface="Arial" pitchFamily="34" charset="0"/>
              </a:defRPr>
            </a:lvl1pPr>
          </a:lstStyle>
          <a:p>
            <a:r>
              <a:rPr lang="en-US" dirty="0"/>
              <a:t>[Action title</a:t>
            </a:r>
            <a:br>
              <a:rPr lang="en-US" dirty="0"/>
            </a:br>
            <a:r>
              <a:rPr lang="en-US" dirty="0"/>
              <a:t>Maximum two lines]</a:t>
            </a:r>
            <a:endParaRPr lang="en-GB" dirty="0"/>
          </a:p>
        </p:txBody>
      </p:sp>
    </p:spTree>
    <p:extLst>
      <p:ext uri="{BB962C8B-B14F-4D97-AF65-F5344CB8AC3E}">
        <p14:creationId xmlns:p14="http://schemas.microsoft.com/office/powerpoint/2010/main" val="3872887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ags" Target="../tags/tag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ags" Target="../tags/tag4.xml"/><Relationship Id="rId17" Type="http://schemas.openxmlformats.org/officeDocument/2006/relationships/image" Target="../media/image5.jpeg"/><Relationship Id="rId2" Type="http://schemas.openxmlformats.org/officeDocument/2006/relationships/slideLayout" Target="../slideLayouts/slideLayout4.xml"/><Relationship Id="rId16" Type="http://schemas.openxmlformats.org/officeDocument/2006/relationships/image" Target="../media/image4.emf"/><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5" Type="http://schemas.openxmlformats.org/officeDocument/2006/relationships/oleObject" Target="../embeddings/oleObject3.bin"/><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ags" Target="../tags/tag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ggetto 1" hidden="1"/>
          <p:cNvGraphicFramePr>
            <a:graphicFrameLocks noChangeAspect="1"/>
          </p:cNvGraphicFramePr>
          <p:nvPr>
            <p:custDataLst>
              <p:tags r:id="rId4"/>
            </p:custDataLst>
            <p:extLst>
              <p:ext uri="{D42A27DB-BD31-4B8C-83A1-F6EECF244321}">
                <p14:modId xmlns:p14="http://schemas.microsoft.com/office/powerpoint/2010/main" val="25562947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2" name="Oggetto 1" hidden="1"/>
                      <p:cNvPicPr/>
                      <p:nvPr/>
                    </p:nvPicPr>
                    <p:blipFill>
                      <a:blip r:embed="rId6"/>
                      <a:stretch>
                        <a:fillRect/>
                      </a:stretch>
                    </p:blipFill>
                    <p:spPr>
                      <a:xfrm>
                        <a:off x="1588" y="1588"/>
                        <a:ext cx="1587" cy="1587"/>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78" r:id="rId1"/>
    <p:sldLayoutId id="2147483698" r:id="rId2"/>
  </p:sldLayoutIdLst>
  <p:hf hdr="0" ftr="0" dt="0"/>
  <p:txStyles>
    <p:titleStyle>
      <a:lvl1pPr algn="l" defTabSz="912813" rtl="0" eaLnBrk="0" fontAlgn="base" hangingPunct="0">
        <a:spcBef>
          <a:spcPct val="0"/>
        </a:spcBef>
        <a:spcAft>
          <a:spcPct val="0"/>
        </a:spcAft>
        <a:defRPr sz="2000" b="1" kern="1200">
          <a:solidFill>
            <a:schemeClr val="tx1"/>
          </a:solidFill>
          <a:latin typeface="+mj-lt"/>
          <a:ea typeface="+mj-ea"/>
          <a:cs typeface="+mj-cs"/>
        </a:defRPr>
      </a:lvl1pPr>
      <a:lvl2pPr algn="l" defTabSz="912813" rtl="0" eaLnBrk="0" fontAlgn="base" hangingPunct="0">
        <a:spcBef>
          <a:spcPct val="0"/>
        </a:spcBef>
        <a:spcAft>
          <a:spcPct val="0"/>
        </a:spcAft>
        <a:defRPr sz="2000" b="1">
          <a:solidFill>
            <a:schemeClr val="tx1"/>
          </a:solidFill>
          <a:latin typeface="Calibri" pitchFamily="34" charset="0"/>
        </a:defRPr>
      </a:lvl2pPr>
      <a:lvl3pPr algn="l" defTabSz="912813" rtl="0" eaLnBrk="0" fontAlgn="base" hangingPunct="0">
        <a:spcBef>
          <a:spcPct val="0"/>
        </a:spcBef>
        <a:spcAft>
          <a:spcPct val="0"/>
        </a:spcAft>
        <a:defRPr sz="2000" b="1">
          <a:solidFill>
            <a:schemeClr val="tx1"/>
          </a:solidFill>
          <a:latin typeface="Calibri" pitchFamily="34" charset="0"/>
        </a:defRPr>
      </a:lvl3pPr>
      <a:lvl4pPr algn="l" defTabSz="912813" rtl="0" eaLnBrk="0" fontAlgn="base" hangingPunct="0">
        <a:spcBef>
          <a:spcPct val="0"/>
        </a:spcBef>
        <a:spcAft>
          <a:spcPct val="0"/>
        </a:spcAft>
        <a:defRPr sz="2000" b="1">
          <a:solidFill>
            <a:schemeClr val="tx1"/>
          </a:solidFill>
          <a:latin typeface="Calibri" pitchFamily="34" charset="0"/>
        </a:defRPr>
      </a:lvl4pPr>
      <a:lvl5pPr algn="l" defTabSz="912813" rtl="0" eaLnBrk="0" fontAlgn="base" hangingPunct="0">
        <a:spcBef>
          <a:spcPct val="0"/>
        </a:spcBef>
        <a:spcAft>
          <a:spcPct val="0"/>
        </a:spcAft>
        <a:defRPr sz="2000" b="1">
          <a:solidFill>
            <a:schemeClr val="tx1"/>
          </a:solidFill>
          <a:latin typeface="Calibri" pitchFamily="34" charset="0"/>
        </a:defRPr>
      </a:lvl5pPr>
      <a:lvl6pPr marL="457200" algn="l" defTabSz="912813" rtl="0" fontAlgn="base">
        <a:spcBef>
          <a:spcPct val="0"/>
        </a:spcBef>
        <a:spcAft>
          <a:spcPct val="0"/>
        </a:spcAft>
        <a:defRPr sz="2000" b="1">
          <a:solidFill>
            <a:schemeClr val="tx1"/>
          </a:solidFill>
          <a:latin typeface="Calibri" pitchFamily="34" charset="0"/>
        </a:defRPr>
      </a:lvl6pPr>
      <a:lvl7pPr marL="914400" algn="l" defTabSz="912813" rtl="0" fontAlgn="base">
        <a:spcBef>
          <a:spcPct val="0"/>
        </a:spcBef>
        <a:spcAft>
          <a:spcPct val="0"/>
        </a:spcAft>
        <a:defRPr sz="2000" b="1">
          <a:solidFill>
            <a:schemeClr val="tx1"/>
          </a:solidFill>
          <a:latin typeface="Calibri" pitchFamily="34" charset="0"/>
        </a:defRPr>
      </a:lvl7pPr>
      <a:lvl8pPr marL="1371600" algn="l" defTabSz="912813" rtl="0" fontAlgn="base">
        <a:spcBef>
          <a:spcPct val="0"/>
        </a:spcBef>
        <a:spcAft>
          <a:spcPct val="0"/>
        </a:spcAft>
        <a:defRPr sz="2000" b="1">
          <a:solidFill>
            <a:schemeClr val="tx1"/>
          </a:solidFill>
          <a:latin typeface="Calibri" pitchFamily="34" charset="0"/>
        </a:defRPr>
      </a:lvl8pPr>
      <a:lvl9pPr marL="1828800" algn="l" defTabSz="912813" rtl="0" fontAlgn="base">
        <a:spcBef>
          <a:spcPct val="0"/>
        </a:spcBef>
        <a:spcAft>
          <a:spcPct val="0"/>
        </a:spcAft>
        <a:defRPr sz="2000" b="1">
          <a:solidFill>
            <a:schemeClr val="tx1"/>
          </a:solidFill>
          <a:latin typeface="Calibri" pitchFamily="34" charset="0"/>
        </a:defRPr>
      </a:lvl9pPr>
    </p:titleStyle>
    <p:bodyStyle>
      <a:lvl1pPr marL="180975" indent="-180975" algn="l" defTabSz="912813" rtl="0" eaLnBrk="0" fontAlgn="base" hangingPunct="0">
        <a:spcBef>
          <a:spcPct val="20000"/>
        </a:spcBef>
        <a:spcAft>
          <a:spcPct val="0"/>
        </a:spcAft>
        <a:buClr>
          <a:srgbClr val="006DAD"/>
        </a:buClr>
        <a:buFont typeface="Arial" charset="0"/>
        <a:buChar char="•"/>
        <a:defRPr sz="1600" kern="1200">
          <a:solidFill>
            <a:schemeClr val="tx1"/>
          </a:solidFill>
          <a:latin typeface="+mn-lt"/>
          <a:ea typeface="+mn-ea"/>
          <a:cs typeface="+mn-cs"/>
        </a:defRPr>
      </a:lvl1pPr>
      <a:lvl2pPr marL="354013" indent="-171450" algn="l" defTabSz="912813" rtl="0" eaLnBrk="0" fontAlgn="base" hangingPunct="0">
        <a:spcBef>
          <a:spcPct val="20000"/>
        </a:spcBef>
        <a:spcAft>
          <a:spcPct val="0"/>
        </a:spcAft>
        <a:buClr>
          <a:srgbClr val="006DAD"/>
        </a:buClr>
        <a:buFont typeface="Arial" charset="0"/>
        <a:buChar char="–"/>
        <a:defRPr sz="1600" kern="1200">
          <a:solidFill>
            <a:schemeClr val="tx1"/>
          </a:solidFill>
          <a:latin typeface="+mn-lt"/>
          <a:ea typeface="+mn-ea"/>
          <a:cs typeface="+mn-cs"/>
        </a:defRPr>
      </a:lvl2pPr>
      <a:lvl3pPr marL="536575" indent="-190500" algn="l" defTabSz="912813" rtl="0" eaLnBrk="0" fontAlgn="base" hangingPunct="0">
        <a:spcBef>
          <a:spcPct val="20000"/>
        </a:spcBef>
        <a:spcAft>
          <a:spcPct val="0"/>
        </a:spcAft>
        <a:buClr>
          <a:srgbClr val="006DAD"/>
        </a:buClr>
        <a:buFont typeface="Calibri" pitchFamily="34" charset="0"/>
        <a:buChar char="·"/>
        <a:defRPr sz="1600" kern="1200">
          <a:solidFill>
            <a:schemeClr val="tx1"/>
          </a:solidFill>
          <a:latin typeface="+mn-lt"/>
          <a:ea typeface="+mn-ea"/>
          <a:cs typeface="+mn-cs"/>
        </a:defRPr>
      </a:lvl3pPr>
      <a:lvl4pPr marL="1598613" indent="-227013" algn="l" defTabSz="912813"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5813" indent="-227013" algn="l" defTabSz="912813"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302" indent="-228573" algn="l" defTabSz="91429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47" indent="-228573" algn="l" defTabSz="91429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94" indent="-228573" algn="l" defTabSz="91429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39" indent="-228573" algn="l" defTabSz="91429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291" rtl="0" eaLnBrk="1" latinLnBrk="0" hangingPunct="1">
        <a:defRPr sz="1800" kern="1200">
          <a:solidFill>
            <a:schemeClr val="tx1"/>
          </a:solidFill>
          <a:latin typeface="+mn-lt"/>
          <a:ea typeface="+mn-ea"/>
          <a:cs typeface="+mn-cs"/>
        </a:defRPr>
      </a:lvl1pPr>
      <a:lvl2pPr marL="457146" algn="l" defTabSz="914291" rtl="0" eaLnBrk="1" latinLnBrk="0" hangingPunct="1">
        <a:defRPr sz="1800" kern="1200">
          <a:solidFill>
            <a:schemeClr val="tx1"/>
          </a:solidFill>
          <a:latin typeface="+mn-lt"/>
          <a:ea typeface="+mn-ea"/>
          <a:cs typeface="+mn-cs"/>
        </a:defRPr>
      </a:lvl2pPr>
      <a:lvl3pPr marL="914291" algn="l" defTabSz="914291" rtl="0" eaLnBrk="1" latinLnBrk="0" hangingPunct="1">
        <a:defRPr sz="1800" kern="1200">
          <a:solidFill>
            <a:schemeClr val="tx1"/>
          </a:solidFill>
          <a:latin typeface="+mn-lt"/>
          <a:ea typeface="+mn-ea"/>
          <a:cs typeface="+mn-cs"/>
        </a:defRPr>
      </a:lvl3pPr>
      <a:lvl4pPr marL="1371438" algn="l" defTabSz="914291" rtl="0" eaLnBrk="1" latinLnBrk="0" hangingPunct="1">
        <a:defRPr sz="1800" kern="1200">
          <a:solidFill>
            <a:schemeClr val="tx1"/>
          </a:solidFill>
          <a:latin typeface="+mn-lt"/>
          <a:ea typeface="+mn-ea"/>
          <a:cs typeface="+mn-cs"/>
        </a:defRPr>
      </a:lvl4pPr>
      <a:lvl5pPr marL="1828583" algn="l" defTabSz="914291" rtl="0" eaLnBrk="1" latinLnBrk="0" hangingPunct="1">
        <a:defRPr sz="1800" kern="1200">
          <a:solidFill>
            <a:schemeClr val="tx1"/>
          </a:solidFill>
          <a:latin typeface="+mn-lt"/>
          <a:ea typeface="+mn-ea"/>
          <a:cs typeface="+mn-cs"/>
        </a:defRPr>
      </a:lvl5pPr>
      <a:lvl6pPr marL="2285729" algn="l" defTabSz="914291" rtl="0" eaLnBrk="1" latinLnBrk="0" hangingPunct="1">
        <a:defRPr sz="1800" kern="1200">
          <a:solidFill>
            <a:schemeClr val="tx1"/>
          </a:solidFill>
          <a:latin typeface="+mn-lt"/>
          <a:ea typeface="+mn-ea"/>
          <a:cs typeface="+mn-cs"/>
        </a:defRPr>
      </a:lvl6pPr>
      <a:lvl7pPr marL="2742874" algn="l" defTabSz="914291" rtl="0" eaLnBrk="1" latinLnBrk="0" hangingPunct="1">
        <a:defRPr sz="1800" kern="1200">
          <a:solidFill>
            <a:schemeClr val="tx1"/>
          </a:solidFill>
          <a:latin typeface="+mn-lt"/>
          <a:ea typeface="+mn-ea"/>
          <a:cs typeface="+mn-cs"/>
        </a:defRPr>
      </a:lvl7pPr>
      <a:lvl8pPr marL="3200020" algn="l" defTabSz="914291" rtl="0" eaLnBrk="1" latinLnBrk="0" hangingPunct="1">
        <a:defRPr sz="1800" kern="1200">
          <a:solidFill>
            <a:schemeClr val="tx1"/>
          </a:solidFill>
          <a:latin typeface="+mn-lt"/>
          <a:ea typeface="+mn-ea"/>
          <a:cs typeface="+mn-cs"/>
        </a:defRPr>
      </a:lvl8pPr>
      <a:lvl9pPr marL="3657166" algn="l" defTabSz="914291"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ggetto 8" hidden="1">
            <a:extLst>
              <a:ext uri="{FF2B5EF4-FFF2-40B4-BE49-F238E27FC236}">
                <a16:creationId xmlns:a16="http://schemas.microsoft.com/office/drawing/2014/main" id="{75D9ECB6-328F-4A31-84C9-9D055729DC39}"/>
              </a:ext>
            </a:extLst>
          </p:cNvPr>
          <p:cNvGraphicFramePr>
            <a:graphicFrameLocks noChangeAspect="1"/>
          </p:cNvGraphicFramePr>
          <p:nvPr userDrawn="1">
            <p:custDataLst>
              <p:tags r:id="rId12"/>
            </p:custDataLst>
            <p:extLst>
              <p:ext uri="{D42A27DB-BD31-4B8C-83A1-F6EECF244321}">
                <p14:modId xmlns:p14="http://schemas.microsoft.com/office/powerpoint/2010/main" val="8804905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15" imgW="493" imgH="496" progId="TCLayout.ActiveDocument.1">
                  <p:embed/>
                </p:oleObj>
              </mc:Choice>
              <mc:Fallback>
                <p:oleObj name="Diapositiva think-cell" r:id="rId15" imgW="493" imgH="496" progId="TCLayout.ActiveDocument.1">
                  <p:embed/>
                  <p:pic>
                    <p:nvPicPr>
                      <p:cNvPr id="9" name="Oggetto 8" hidden="1">
                        <a:extLst>
                          <a:ext uri="{FF2B5EF4-FFF2-40B4-BE49-F238E27FC236}">
                            <a16:creationId xmlns:a16="http://schemas.microsoft.com/office/drawing/2014/main" id="{75D9ECB6-328F-4A31-84C9-9D055729DC39}"/>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1026" name="Title Placeholder 1"/>
          <p:cNvSpPr>
            <a:spLocks noGrp="1"/>
          </p:cNvSpPr>
          <p:nvPr>
            <p:ph type="title"/>
          </p:nvPr>
        </p:nvSpPr>
        <p:spPr bwMode="gray">
          <a:xfrm>
            <a:off x="323850" y="260350"/>
            <a:ext cx="63357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it-IT"/>
              <a:t>Titolo</a:t>
            </a:r>
          </a:p>
        </p:txBody>
      </p:sp>
      <p:sp>
        <p:nvSpPr>
          <p:cNvPr id="1027" name="Text Placeholder 2"/>
          <p:cNvSpPr>
            <a:spLocks noGrp="1"/>
          </p:cNvSpPr>
          <p:nvPr>
            <p:ph type="body" idx="1"/>
            <p:custDataLst>
              <p:tags r:id="rId13"/>
            </p:custDataLst>
          </p:nvPr>
        </p:nvSpPr>
        <p:spPr bwMode="gray">
          <a:xfrm>
            <a:off x="323850" y="1052513"/>
            <a:ext cx="8496300" cy="532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8000" rIns="0" bIns="0" numCol="1" anchor="t" anchorCtr="0" compatLnSpc="1">
            <a:prstTxWarp prst="textNoShape">
              <a:avLst/>
            </a:prstTxWarp>
          </a:bodyPr>
          <a:lstStyle/>
          <a:p>
            <a:pPr lvl="0"/>
            <a:r>
              <a:rPr lang="it-IT"/>
              <a:t>Testo</a:t>
            </a:r>
          </a:p>
          <a:p>
            <a:pPr lvl="1"/>
            <a:r>
              <a:rPr lang="it-IT"/>
              <a:t>Testo</a:t>
            </a:r>
          </a:p>
          <a:p>
            <a:pPr lvl="2"/>
            <a:r>
              <a:rPr lang="it-IT"/>
              <a:t>Testo</a:t>
            </a:r>
          </a:p>
          <a:p>
            <a:pPr lvl="3"/>
            <a:r>
              <a:rPr lang="it-IT"/>
              <a:t>Testo</a:t>
            </a:r>
          </a:p>
          <a:p>
            <a:pPr lvl="4"/>
            <a:r>
              <a:rPr lang="it-IT"/>
              <a:t>Testo</a:t>
            </a:r>
          </a:p>
        </p:txBody>
      </p:sp>
      <p:sp>
        <p:nvSpPr>
          <p:cNvPr id="4" name="VCT_Marker_ID_4" hidden="1"/>
          <p:cNvSpPr/>
          <p:nvPr>
            <p:custDataLst>
              <p:tags r:id="rId14"/>
            </p:custDataLst>
          </p:nvPr>
        </p:nvSpPr>
        <p:spPr bwMode="gray">
          <a:xfrm>
            <a:off x="1270000" y="127000"/>
            <a:ext cx="127000" cy="127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buFont typeface="Arial" charset="0"/>
              <a:buNone/>
              <a:defRPr/>
            </a:pPr>
            <a:endParaRPr lang="en-US" sz="1600" dirty="0">
              <a:solidFill>
                <a:srgbClr val="000000"/>
              </a:solidFill>
              <a:latin typeface="Arial" charset="0"/>
            </a:endParaRPr>
          </a:p>
        </p:txBody>
      </p:sp>
      <p:grpSp>
        <p:nvGrpSpPr>
          <p:cNvPr id="1030" name="Gruppieren 11"/>
          <p:cNvGrpSpPr>
            <a:grpSpLocks/>
          </p:cNvGrpSpPr>
          <p:nvPr/>
        </p:nvGrpSpPr>
        <p:grpSpPr bwMode="auto">
          <a:xfrm>
            <a:off x="323850" y="-315913"/>
            <a:ext cx="8496300" cy="215900"/>
            <a:chOff x="323850" y="-531550"/>
            <a:chExt cx="8496740" cy="432060"/>
          </a:xfrm>
        </p:grpSpPr>
        <p:cxnSp>
          <p:nvCxnSpPr>
            <p:cNvPr id="23" name="Gerade Verbindung 22"/>
            <p:cNvCxnSpPr/>
            <p:nvPr userDrawn="1"/>
          </p:nvCxnSpPr>
          <p:spPr bwMode="gray">
            <a:xfrm rot="5400000">
              <a:off x="107820"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 Verbindung 23"/>
            <p:cNvCxnSpPr/>
            <p:nvPr userDrawn="1"/>
          </p:nvCxnSpPr>
          <p:spPr bwMode="gray">
            <a:xfrm rot="5400000">
              <a:off x="1403287"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Gerade Verbindung 24"/>
            <p:cNvCxnSpPr/>
            <p:nvPr userDrawn="1"/>
          </p:nvCxnSpPr>
          <p:spPr bwMode="gray">
            <a:xfrm rot="5400000">
              <a:off x="1547758"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 Verbindung 26"/>
            <p:cNvCxnSpPr/>
            <p:nvPr userDrawn="1"/>
          </p:nvCxnSpPr>
          <p:spPr bwMode="gray">
            <a:xfrm rot="5400000">
              <a:off x="2843225"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Gerade Verbindung 27"/>
            <p:cNvCxnSpPr/>
            <p:nvPr userDrawn="1"/>
          </p:nvCxnSpPr>
          <p:spPr bwMode="gray">
            <a:xfrm rot="5400000">
              <a:off x="2987694"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Gerade Verbindung 28"/>
            <p:cNvCxnSpPr/>
            <p:nvPr userDrawn="1"/>
          </p:nvCxnSpPr>
          <p:spPr bwMode="gray">
            <a:xfrm rot="5400000">
              <a:off x="4284749"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Gerade Verbindung 29"/>
            <p:cNvCxnSpPr/>
            <p:nvPr userDrawn="1"/>
          </p:nvCxnSpPr>
          <p:spPr bwMode="gray">
            <a:xfrm rot="5400000">
              <a:off x="4427632"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 Verbindung 30"/>
            <p:cNvCxnSpPr/>
            <p:nvPr userDrawn="1"/>
          </p:nvCxnSpPr>
          <p:spPr bwMode="gray">
            <a:xfrm rot="5400000">
              <a:off x="5724686"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Gerade Verbindung 31"/>
            <p:cNvCxnSpPr/>
            <p:nvPr userDrawn="1"/>
          </p:nvCxnSpPr>
          <p:spPr bwMode="gray">
            <a:xfrm rot="5400000">
              <a:off x="5867568"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Gerade Verbindung 32"/>
            <p:cNvCxnSpPr/>
            <p:nvPr userDrawn="1"/>
          </p:nvCxnSpPr>
          <p:spPr bwMode="gray">
            <a:xfrm rot="5400000">
              <a:off x="7164623"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 Verbindung 33"/>
            <p:cNvCxnSpPr/>
            <p:nvPr userDrawn="1"/>
          </p:nvCxnSpPr>
          <p:spPr bwMode="gray">
            <a:xfrm rot="5400000">
              <a:off x="7309093"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 Verbindung 34"/>
            <p:cNvCxnSpPr/>
            <p:nvPr userDrawn="1"/>
          </p:nvCxnSpPr>
          <p:spPr bwMode="gray">
            <a:xfrm rot="5400000">
              <a:off x="8604560"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1" name="Gruppieren 37"/>
          <p:cNvGrpSpPr>
            <a:grpSpLocks/>
          </p:cNvGrpSpPr>
          <p:nvPr/>
        </p:nvGrpSpPr>
        <p:grpSpPr bwMode="auto">
          <a:xfrm>
            <a:off x="323850" y="6958013"/>
            <a:ext cx="8496300" cy="215900"/>
            <a:chOff x="323850" y="-531550"/>
            <a:chExt cx="8496740" cy="432060"/>
          </a:xfrm>
        </p:grpSpPr>
        <p:cxnSp>
          <p:nvCxnSpPr>
            <p:cNvPr id="39" name="Gerade Verbindung 38"/>
            <p:cNvCxnSpPr/>
            <p:nvPr userDrawn="1"/>
          </p:nvCxnSpPr>
          <p:spPr bwMode="gray">
            <a:xfrm rot="5400000">
              <a:off x="107820"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Gerade Verbindung 39"/>
            <p:cNvCxnSpPr/>
            <p:nvPr userDrawn="1"/>
          </p:nvCxnSpPr>
          <p:spPr bwMode="gray">
            <a:xfrm rot="5400000">
              <a:off x="1403287"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Gerade Verbindung 40"/>
            <p:cNvCxnSpPr/>
            <p:nvPr userDrawn="1"/>
          </p:nvCxnSpPr>
          <p:spPr bwMode="gray">
            <a:xfrm rot="5400000">
              <a:off x="1547758"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Gerade Verbindung 41"/>
            <p:cNvCxnSpPr/>
            <p:nvPr userDrawn="1"/>
          </p:nvCxnSpPr>
          <p:spPr bwMode="gray">
            <a:xfrm rot="5400000">
              <a:off x="2843225"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Gerade Verbindung 42"/>
            <p:cNvCxnSpPr/>
            <p:nvPr userDrawn="1"/>
          </p:nvCxnSpPr>
          <p:spPr bwMode="gray">
            <a:xfrm rot="5400000">
              <a:off x="2987694"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Gerade Verbindung 43"/>
            <p:cNvCxnSpPr/>
            <p:nvPr userDrawn="1"/>
          </p:nvCxnSpPr>
          <p:spPr bwMode="gray">
            <a:xfrm rot="5400000">
              <a:off x="4284749"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Gerade Verbindung 44"/>
            <p:cNvCxnSpPr/>
            <p:nvPr userDrawn="1"/>
          </p:nvCxnSpPr>
          <p:spPr bwMode="gray">
            <a:xfrm rot="5400000">
              <a:off x="4427632"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Gerade Verbindung 45"/>
            <p:cNvCxnSpPr/>
            <p:nvPr userDrawn="1"/>
          </p:nvCxnSpPr>
          <p:spPr bwMode="gray">
            <a:xfrm rot="5400000">
              <a:off x="5724686"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 Verbindung 46"/>
            <p:cNvCxnSpPr/>
            <p:nvPr userDrawn="1"/>
          </p:nvCxnSpPr>
          <p:spPr bwMode="gray">
            <a:xfrm rot="5400000">
              <a:off x="5867568"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Gerade Verbindung 47"/>
            <p:cNvCxnSpPr/>
            <p:nvPr userDrawn="1"/>
          </p:nvCxnSpPr>
          <p:spPr bwMode="gray">
            <a:xfrm rot="5400000">
              <a:off x="7164623"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Gerade Verbindung 48"/>
            <p:cNvCxnSpPr/>
            <p:nvPr userDrawn="1"/>
          </p:nvCxnSpPr>
          <p:spPr bwMode="gray">
            <a:xfrm rot="5400000">
              <a:off x="7309093"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Gerade Verbindung 49"/>
            <p:cNvCxnSpPr/>
            <p:nvPr userDrawn="1"/>
          </p:nvCxnSpPr>
          <p:spPr bwMode="gray">
            <a:xfrm rot="5400000">
              <a:off x="8604560" y="-31552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2" name="Gruppieren 57"/>
          <p:cNvGrpSpPr>
            <a:grpSpLocks/>
          </p:cNvGrpSpPr>
          <p:nvPr/>
        </p:nvGrpSpPr>
        <p:grpSpPr bwMode="auto">
          <a:xfrm>
            <a:off x="9251950" y="908050"/>
            <a:ext cx="217488" cy="5689600"/>
            <a:chOff x="-540710" y="908650"/>
            <a:chExt cx="432060" cy="5688790"/>
          </a:xfrm>
        </p:grpSpPr>
        <p:cxnSp>
          <p:nvCxnSpPr>
            <p:cNvPr id="2" name="Gerade Verbindung 58"/>
            <p:cNvCxnSpPr/>
            <p:nvPr userDrawn="1"/>
          </p:nvCxnSpPr>
          <p:spPr bwMode="gray">
            <a:xfrm>
              <a:off x="-540710" y="1124519"/>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Gerade Verbindung 59"/>
            <p:cNvCxnSpPr/>
            <p:nvPr userDrawn="1"/>
          </p:nvCxnSpPr>
          <p:spPr bwMode="gray">
            <a:xfrm>
              <a:off x="-540710" y="90865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Gerade Verbindung 61"/>
            <p:cNvCxnSpPr/>
            <p:nvPr userDrawn="1"/>
          </p:nvCxnSpPr>
          <p:spPr bwMode="gray">
            <a:xfrm>
              <a:off x="-540710" y="659744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Gerade Verbindung 62"/>
            <p:cNvCxnSpPr/>
            <p:nvPr userDrawn="1"/>
          </p:nvCxnSpPr>
          <p:spPr bwMode="gray">
            <a:xfrm>
              <a:off x="-540710" y="6452999"/>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Gerade Verbindung 79"/>
            <p:cNvCxnSpPr/>
            <p:nvPr userDrawn="1"/>
          </p:nvCxnSpPr>
          <p:spPr bwMode="gray">
            <a:xfrm>
              <a:off x="-540710" y="5445079"/>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Gerade Verbindung 80"/>
            <p:cNvCxnSpPr/>
            <p:nvPr userDrawn="1"/>
          </p:nvCxnSpPr>
          <p:spPr bwMode="gray">
            <a:xfrm>
              <a:off x="-540710" y="5300638"/>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 Verbindung 81"/>
            <p:cNvCxnSpPr/>
            <p:nvPr userDrawn="1"/>
          </p:nvCxnSpPr>
          <p:spPr bwMode="gray">
            <a:xfrm>
              <a:off x="-540710" y="4365733"/>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 Verbindung 82"/>
            <p:cNvCxnSpPr/>
            <p:nvPr userDrawn="1"/>
          </p:nvCxnSpPr>
          <p:spPr bwMode="gray">
            <a:xfrm>
              <a:off x="-540710" y="4221291"/>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 Verbindung 83"/>
            <p:cNvCxnSpPr/>
            <p:nvPr userDrawn="1"/>
          </p:nvCxnSpPr>
          <p:spPr bwMode="gray">
            <a:xfrm>
              <a:off x="-540710" y="328480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 Verbindung 84"/>
            <p:cNvCxnSpPr/>
            <p:nvPr userDrawn="1"/>
          </p:nvCxnSpPr>
          <p:spPr bwMode="gray">
            <a:xfrm>
              <a:off x="-540710" y="3140357"/>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 Verbindung 85"/>
            <p:cNvCxnSpPr/>
            <p:nvPr userDrawn="1"/>
          </p:nvCxnSpPr>
          <p:spPr bwMode="gray">
            <a:xfrm>
              <a:off x="-540710" y="2205453"/>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 Verbindung 86"/>
            <p:cNvCxnSpPr/>
            <p:nvPr userDrawn="1"/>
          </p:nvCxnSpPr>
          <p:spPr bwMode="gray">
            <a:xfrm>
              <a:off x="-540710" y="2061011"/>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 Verbindung 88"/>
            <p:cNvCxnSpPr/>
            <p:nvPr userDrawn="1"/>
          </p:nvCxnSpPr>
          <p:spPr bwMode="gray">
            <a:xfrm>
              <a:off x="-540710" y="6381571"/>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3" name="Gruppieren 57"/>
          <p:cNvGrpSpPr>
            <a:grpSpLocks/>
          </p:cNvGrpSpPr>
          <p:nvPr/>
        </p:nvGrpSpPr>
        <p:grpSpPr bwMode="auto">
          <a:xfrm>
            <a:off x="-325438" y="908050"/>
            <a:ext cx="217488" cy="5689600"/>
            <a:chOff x="-540710" y="908650"/>
            <a:chExt cx="432060" cy="5688790"/>
          </a:xfrm>
        </p:grpSpPr>
        <p:cxnSp>
          <p:nvCxnSpPr>
            <p:cNvPr id="59" name="Gerade Verbindung 58"/>
            <p:cNvCxnSpPr/>
            <p:nvPr userDrawn="1"/>
          </p:nvCxnSpPr>
          <p:spPr bwMode="gray">
            <a:xfrm>
              <a:off x="-540710" y="1124519"/>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Gerade Verbindung 59"/>
            <p:cNvCxnSpPr/>
            <p:nvPr userDrawn="1"/>
          </p:nvCxnSpPr>
          <p:spPr bwMode="gray">
            <a:xfrm>
              <a:off x="-540710" y="90865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Gerade Verbindung 61"/>
            <p:cNvCxnSpPr/>
            <p:nvPr userDrawn="1"/>
          </p:nvCxnSpPr>
          <p:spPr bwMode="gray">
            <a:xfrm>
              <a:off x="-540710" y="659744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Gerade Verbindung 62"/>
            <p:cNvCxnSpPr/>
            <p:nvPr userDrawn="1"/>
          </p:nvCxnSpPr>
          <p:spPr bwMode="gray">
            <a:xfrm>
              <a:off x="-540710" y="6452999"/>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Gerade Verbindung 79"/>
            <p:cNvCxnSpPr/>
            <p:nvPr userDrawn="1"/>
          </p:nvCxnSpPr>
          <p:spPr bwMode="gray">
            <a:xfrm>
              <a:off x="-540710" y="5445079"/>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Gerade Verbindung 80"/>
            <p:cNvCxnSpPr/>
            <p:nvPr userDrawn="1"/>
          </p:nvCxnSpPr>
          <p:spPr bwMode="gray">
            <a:xfrm>
              <a:off x="-540710" y="5300638"/>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Gerade Verbindung 81"/>
            <p:cNvCxnSpPr/>
            <p:nvPr userDrawn="1"/>
          </p:nvCxnSpPr>
          <p:spPr bwMode="gray">
            <a:xfrm>
              <a:off x="-540710" y="4365733"/>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Gerade Verbindung 82"/>
            <p:cNvCxnSpPr/>
            <p:nvPr userDrawn="1"/>
          </p:nvCxnSpPr>
          <p:spPr bwMode="gray">
            <a:xfrm>
              <a:off x="-540710" y="4221291"/>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Gerade Verbindung 83"/>
            <p:cNvCxnSpPr/>
            <p:nvPr userDrawn="1"/>
          </p:nvCxnSpPr>
          <p:spPr bwMode="gray">
            <a:xfrm>
              <a:off x="-540710" y="3284800"/>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Gerade Verbindung 84"/>
            <p:cNvCxnSpPr/>
            <p:nvPr userDrawn="1"/>
          </p:nvCxnSpPr>
          <p:spPr bwMode="gray">
            <a:xfrm>
              <a:off x="-540710" y="3140357"/>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Gerade Verbindung 85"/>
            <p:cNvCxnSpPr/>
            <p:nvPr userDrawn="1"/>
          </p:nvCxnSpPr>
          <p:spPr bwMode="gray">
            <a:xfrm>
              <a:off x="-540710" y="2205453"/>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Gerade Verbindung 86"/>
            <p:cNvCxnSpPr/>
            <p:nvPr userDrawn="1"/>
          </p:nvCxnSpPr>
          <p:spPr bwMode="gray">
            <a:xfrm>
              <a:off x="-540710" y="2061011"/>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Gerade Verbindung 88"/>
            <p:cNvCxnSpPr/>
            <p:nvPr userDrawn="1"/>
          </p:nvCxnSpPr>
          <p:spPr bwMode="gray">
            <a:xfrm>
              <a:off x="-540710" y="6381571"/>
              <a:ext cx="4320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34" name="Rectangle 86"/>
          <p:cNvSpPr>
            <a:spLocks noChangeArrowheads="1"/>
          </p:cNvSpPr>
          <p:nvPr/>
        </p:nvSpPr>
        <p:spPr bwMode="gray">
          <a:xfrm>
            <a:off x="7596188" y="6597650"/>
            <a:ext cx="1223962" cy="107950"/>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pPr algn="r" defTabSz="914400"/>
            <a:fld id="{542AE253-4C41-4B17-B073-FCBB1A1A8005}" type="slidenum">
              <a:rPr lang="en-US" sz="800">
                <a:solidFill>
                  <a:srgbClr val="928580"/>
                </a:solidFill>
                <a:latin typeface="Arial" pitchFamily="34" charset="0"/>
                <a:cs typeface="Arial" pitchFamily="34" charset="0"/>
              </a:rPr>
              <a:pPr algn="r" defTabSz="914400"/>
              <a:t>‹N›</a:t>
            </a:fld>
            <a:endParaRPr lang="en-US" sz="800" dirty="0">
              <a:solidFill>
                <a:srgbClr val="928580"/>
              </a:solidFill>
              <a:latin typeface="Arial" pitchFamily="34" charset="0"/>
              <a:cs typeface="Arial" pitchFamily="34" charset="0"/>
            </a:endParaRPr>
          </a:p>
        </p:txBody>
      </p:sp>
      <p:sp>
        <p:nvSpPr>
          <p:cNvPr id="65" name="Rechteck 13"/>
          <p:cNvSpPr/>
          <p:nvPr/>
        </p:nvSpPr>
        <p:spPr bwMode="gray">
          <a:xfrm>
            <a:off x="324390" y="6688426"/>
            <a:ext cx="7056000" cy="144000"/>
          </a:xfrm>
          <a:prstGeom prst="rect">
            <a:avLst/>
          </a:prstGeom>
          <a:solidFill>
            <a:schemeClr val="bg1"/>
          </a:solidFill>
          <a:ln w="9525">
            <a:noFill/>
          </a:ln>
        </p:spPr>
        <p:txBody>
          <a:bodyPr lIns="0" tIns="0" rIns="0" bIns="0" anchor="ctr"/>
          <a:lstStyle/>
          <a:p>
            <a:pPr marL="0" lvl="8">
              <a:defRPr/>
            </a:pPr>
            <a:r>
              <a:rPr lang="it-IT" sz="800" b="1" dirty="0">
                <a:solidFill>
                  <a:srgbClr val="928580"/>
                </a:solidFill>
                <a:latin typeface="Arial" pitchFamily="34" charset="0"/>
              </a:rPr>
              <a:t>© GfK  | Energy Business 2016 | Dicembre 2016</a:t>
            </a:r>
          </a:p>
        </p:txBody>
      </p:sp>
      <p:pic>
        <p:nvPicPr>
          <p:cNvPr id="1037" name="Picture 2"/>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gray">
          <a:xfrm>
            <a:off x="8170863" y="260350"/>
            <a:ext cx="64928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79503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6" r:id="rId9"/>
    <p:sldLayoutId id="2147483697" r:id="rId10"/>
  </p:sldLayoutIdLst>
  <p:hf sldNum="0" hdr="0" ftr="0" dt="0"/>
  <p:txStyles>
    <p:titleStyle>
      <a:lvl1pPr algn="l" rtl="0" eaLnBrk="1" fontAlgn="base" hangingPunct="1">
        <a:spcBef>
          <a:spcPct val="0"/>
        </a:spcBef>
        <a:spcAft>
          <a:spcPct val="0"/>
        </a:spcAft>
        <a:defRPr sz="2000" kern="1200">
          <a:solidFill>
            <a:schemeClr val="tx1"/>
          </a:solidFill>
          <a:latin typeface="Arial" charset="0"/>
          <a:ea typeface="+mj-ea"/>
          <a:cs typeface="+mj-cs"/>
        </a:defRPr>
      </a:lvl1pPr>
      <a:lvl2pPr algn="l" rtl="0" eaLnBrk="1" fontAlgn="base" hangingPunct="1">
        <a:spcBef>
          <a:spcPct val="0"/>
        </a:spcBef>
        <a:spcAft>
          <a:spcPct val="0"/>
        </a:spcAft>
        <a:defRPr sz="2000">
          <a:solidFill>
            <a:schemeClr val="tx1"/>
          </a:solidFill>
          <a:latin typeface="Arial" charset="0"/>
        </a:defRPr>
      </a:lvl2pPr>
      <a:lvl3pPr algn="l" rtl="0" eaLnBrk="1" fontAlgn="base" hangingPunct="1">
        <a:spcBef>
          <a:spcPct val="0"/>
        </a:spcBef>
        <a:spcAft>
          <a:spcPct val="0"/>
        </a:spcAft>
        <a:defRPr sz="2000">
          <a:solidFill>
            <a:schemeClr val="tx1"/>
          </a:solidFill>
          <a:latin typeface="Arial" charset="0"/>
        </a:defRPr>
      </a:lvl3pPr>
      <a:lvl4pPr algn="l" rtl="0" eaLnBrk="1" fontAlgn="base" hangingPunct="1">
        <a:spcBef>
          <a:spcPct val="0"/>
        </a:spcBef>
        <a:spcAft>
          <a:spcPct val="0"/>
        </a:spcAft>
        <a:defRPr sz="2000">
          <a:solidFill>
            <a:schemeClr val="tx1"/>
          </a:solidFill>
          <a:latin typeface="Arial" charset="0"/>
        </a:defRPr>
      </a:lvl4pPr>
      <a:lvl5pPr algn="l" rtl="0" eaLnBrk="1" fontAlgn="base" hangingPunct="1">
        <a:spcBef>
          <a:spcPct val="0"/>
        </a:spcBef>
        <a:spcAft>
          <a:spcPct val="0"/>
        </a:spcAft>
        <a:defRPr sz="2000">
          <a:solidFill>
            <a:schemeClr val="tx1"/>
          </a:solidFill>
          <a:latin typeface="Arial" charset="0"/>
        </a:defRPr>
      </a:lvl5pPr>
      <a:lvl6pPr marL="457200" algn="l" rtl="0" eaLnBrk="1" fontAlgn="base" hangingPunct="1">
        <a:spcBef>
          <a:spcPct val="0"/>
        </a:spcBef>
        <a:spcAft>
          <a:spcPct val="0"/>
        </a:spcAft>
        <a:defRPr sz="2000">
          <a:solidFill>
            <a:schemeClr val="tx1"/>
          </a:solidFill>
          <a:latin typeface="Arial" charset="0"/>
        </a:defRPr>
      </a:lvl6pPr>
      <a:lvl7pPr marL="914400" algn="l" rtl="0" eaLnBrk="1" fontAlgn="base" hangingPunct="1">
        <a:spcBef>
          <a:spcPct val="0"/>
        </a:spcBef>
        <a:spcAft>
          <a:spcPct val="0"/>
        </a:spcAft>
        <a:defRPr sz="2000">
          <a:solidFill>
            <a:schemeClr val="tx1"/>
          </a:solidFill>
          <a:latin typeface="Arial" charset="0"/>
        </a:defRPr>
      </a:lvl7pPr>
      <a:lvl8pPr marL="1371600" algn="l" rtl="0" eaLnBrk="1" fontAlgn="base" hangingPunct="1">
        <a:spcBef>
          <a:spcPct val="0"/>
        </a:spcBef>
        <a:spcAft>
          <a:spcPct val="0"/>
        </a:spcAft>
        <a:defRPr sz="2000">
          <a:solidFill>
            <a:schemeClr val="tx1"/>
          </a:solidFill>
          <a:latin typeface="Arial" charset="0"/>
        </a:defRPr>
      </a:lvl8pPr>
      <a:lvl9pPr marL="1828800" algn="l" rtl="0" eaLnBrk="1" fontAlgn="base" hangingPunct="1">
        <a:spcBef>
          <a:spcPct val="0"/>
        </a:spcBef>
        <a:spcAft>
          <a:spcPct val="0"/>
        </a:spcAft>
        <a:defRPr sz="2000">
          <a:solidFill>
            <a:schemeClr val="tx1"/>
          </a:solidFill>
          <a:latin typeface="Arial" charset="0"/>
        </a:defRPr>
      </a:lvl9pPr>
    </p:titleStyle>
    <p:bodyStyle>
      <a:lvl1pPr marL="342900" indent="-342900" algn="l" rtl="0" eaLnBrk="1" fontAlgn="base" hangingPunct="1">
        <a:spcBef>
          <a:spcPts val="600"/>
        </a:spcBef>
        <a:spcAft>
          <a:spcPct val="0"/>
        </a:spcAft>
        <a:buFont typeface="Arial" pitchFamily="34" charset="0"/>
        <a:defRPr kern="1200">
          <a:solidFill>
            <a:schemeClr val="tx2"/>
          </a:solidFill>
          <a:latin typeface="Arial" charset="0"/>
          <a:ea typeface="+mn-ea"/>
          <a:cs typeface="+mn-cs"/>
        </a:defRPr>
      </a:lvl1pPr>
      <a:lvl2pPr marL="1588" indent="-1588" algn="l" rtl="0" eaLnBrk="1" fontAlgn="base" hangingPunct="1">
        <a:spcBef>
          <a:spcPts val="600"/>
        </a:spcBef>
        <a:spcAft>
          <a:spcPct val="0"/>
        </a:spcAft>
        <a:buFont typeface="Arial" pitchFamily="34" charset="0"/>
        <a:defRPr sz="1600" kern="1200">
          <a:solidFill>
            <a:schemeClr val="tx1"/>
          </a:solidFill>
          <a:latin typeface="Arial" charset="0"/>
          <a:ea typeface="+mn-ea"/>
          <a:cs typeface="+mn-cs"/>
        </a:defRPr>
      </a:lvl2pPr>
      <a:lvl3pPr marL="180975" indent="-177800" algn="l" rtl="0" eaLnBrk="1" fontAlgn="base" hangingPunct="1">
        <a:spcBef>
          <a:spcPts val="300"/>
        </a:spcBef>
        <a:spcAft>
          <a:spcPct val="0"/>
        </a:spcAft>
        <a:buFont typeface="Arial" pitchFamily="34" charset="0"/>
        <a:buChar char="•"/>
        <a:defRPr sz="1600" kern="1200">
          <a:solidFill>
            <a:schemeClr val="tx1"/>
          </a:solidFill>
          <a:latin typeface="Arial" charset="0"/>
          <a:ea typeface="+mn-ea"/>
          <a:cs typeface="+mn-cs"/>
        </a:defRPr>
      </a:lvl3pPr>
      <a:lvl4pPr marL="360363" indent="-177800" algn="l" rtl="0" eaLnBrk="1" fontAlgn="base" hangingPunct="1">
        <a:spcBef>
          <a:spcPts val="300"/>
        </a:spcBef>
        <a:spcAft>
          <a:spcPct val="0"/>
        </a:spcAft>
        <a:buFont typeface="Arial" pitchFamily="34" charset="0"/>
        <a:buChar char="•"/>
        <a:defRPr sz="1600" kern="1200">
          <a:solidFill>
            <a:schemeClr val="tx1"/>
          </a:solidFill>
          <a:latin typeface="Arial" charset="0"/>
          <a:ea typeface="+mn-ea"/>
          <a:cs typeface="+mn-cs"/>
        </a:defRPr>
      </a:lvl4pPr>
      <a:lvl5pPr marL="539750" indent="-177800" algn="l" rtl="0" eaLnBrk="1" fontAlgn="base" hangingPunct="1">
        <a:spcBef>
          <a:spcPts val="300"/>
        </a:spcBef>
        <a:spcAft>
          <a:spcPct val="0"/>
        </a:spcAft>
        <a:buFont typeface="Arial" pitchFamily="34" charset="0"/>
        <a:buChar char="•"/>
        <a:defRPr sz="1600" kern="1200">
          <a:solidFill>
            <a:schemeClr val="tx1"/>
          </a:solidFill>
          <a:latin typeface="Arial" charset="0"/>
          <a:ea typeface="+mn-ea"/>
          <a:cs typeface="+mn-cs"/>
        </a:defRPr>
      </a:lvl5pPr>
      <a:lvl6pPr marL="0" indent="0" algn="l" defTabSz="914400" rtl="0" eaLnBrk="1" latinLnBrk="0" hangingPunct="1">
        <a:spcBef>
          <a:spcPts val="600"/>
        </a:spcBef>
        <a:spcAft>
          <a:spcPts val="0"/>
        </a:spcAft>
        <a:buFont typeface="Arial" pitchFamily="34" charset="0"/>
        <a:buNone/>
        <a:defRPr sz="1600" kern="1200">
          <a:solidFill>
            <a:schemeClr val="tx1"/>
          </a:solidFill>
          <a:latin typeface="+mn-lt"/>
          <a:ea typeface="+mn-ea"/>
          <a:cs typeface="+mn-cs"/>
        </a:defRPr>
      </a:lvl6pPr>
      <a:lvl7pPr marL="0" indent="0" algn="l" defTabSz="914400" rtl="0" eaLnBrk="1" latinLnBrk="0" hangingPunct="1">
        <a:spcBef>
          <a:spcPts val="600"/>
        </a:spcBef>
        <a:spcAft>
          <a:spcPts val="0"/>
        </a:spcAft>
        <a:buFont typeface="Arial" pitchFamily="34" charset="0"/>
        <a:buNone/>
        <a:defRPr sz="1600" kern="1200">
          <a:solidFill>
            <a:schemeClr val="tx1"/>
          </a:solidFill>
          <a:latin typeface="+mn-lt"/>
          <a:ea typeface="+mn-ea"/>
          <a:cs typeface="+mn-cs"/>
        </a:defRPr>
      </a:lvl7pPr>
      <a:lvl8pPr marL="0" indent="0" algn="l" defTabSz="914400" rtl="0" eaLnBrk="1" latinLnBrk="0" hangingPunct="1">
        <a:spcBef>
          <a:spcPts val="600"/>
        </a:spcBef>
        <a:spcAft>
          <a:spcPts val="0"/>
        </a:spcAft>
        <a:buFont typeface="Arial" pitchFamily="34" charset="0"/>
        <a:buNone/>
        <a:defRPr sz="1600" kern="1200">
          <a:solidFill>
            <a:schemeClr val="tx1"/>
          </a:solidFill>
          <a:latin typeface="+mn-lt"/>
          <a:ea typeface="+mn-ea"/>
          <a:cs typeface="+mn-cs"/>
        </a:defRPr>
      </a:lvl8pPr>
      <a:lvl9pPr marL="0" indent="0" algn="l" defTabSz="914400" rtl="0" eaLnBrk="1" latinLnBrk="0" hangingPunct="1">
        <a:spcBef>
          <a:spcPts val="600"/>
        </a:spcBef>
        <a:spcAft>
          <a:spcPts val="0"/>
        </a:spcAft>
        <a:buFont typeface="Arial" pitchFamily="34" charset="0"/>
        <a:buNone/>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8.emf"/><Relationship Id="rId5" Type="http://schemas.openxmlformats.org/officeDocument/2006/relationships/oleObject" Target="../embeddings/oleObject4.bin"/><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2.xml"/><Relationship Id="rId7" Type="http://schemas.openxmlformats.org/officeDocument/2006/relationships/image" Target="../media/image9.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emf"/><Relationship Id="rId5" Type="http://schemas.openxmlformats.org/officeDocument/2006/relationships/oleObject" Target="../embeddings/oleObject6.bin"/><Relationship Id="rId10" Type="http://schemas.openxmlformats.org/officeDocument/2006/relationships/image" Target="../media/image12.png"/><Relationship Id="rId4" Type="http://schemas.openxmlformats.org/officeDocument/2006/relationships/notesSlide" Target="../notesSlides/notesSlide3.xml"/><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2.xml"/><Relationship Id="rId7" Type="http://schemas.openxmlformats.org/officeDocument/2006/relationships/image" Target="../media/image13.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emf"/><Relationship Id="rId5" Type="http://schemas.openxmlformats.org/officeDocument/2006/relationships/oleObject" Target="../embeddings/oleObject7.bin"/><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2.xml"/><Relationship Id="rId7" Type="http://schemas.openxmlformats.org/officeDocument/2006/relationships/image" Target="../media/image1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emf"/><Relationship Id="rId5" Type="http://schemas.openxmlformats.org/officeDocument/2006/relationships/oleObject" Target="../embeddings/oleObject8.bin"/><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7.jpe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8.emf"/><Relationship Id="rId5" Type="http://schemas.openxmlformats.org/officeDocument/2006/relationships/oleObject" Target="../embeddings/oleObject9.bin"/><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2.xml"/><Relationship Id="rId7" Type="http://schemas.openxmlformats.org/officeDocument/2006/relationships/image" Target="../media/image8.emf"/><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oleObject" Target="../embeddings/oleObject10.bin"/><Relationship Id="rId5" Type="http://schemas.openxmlformats.org/officeDocument/2006/relationships/image" Target="../media/image18.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0.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8.emf"/><Relationship Id="rId5" Type="http://schemas.openxmlformats.org/officeDocument/2006/relationships/oleObject" Target="../embeddings/oleObject11.bin"/><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1.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8.emf"/><Relationship Id="rId5" Type="http://schemas.openxmlformats.org/officeDocument/2006/relationships/oleObject" Target="../embeddings/oleObject11.bin"/><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2.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8.emf"/><Relationship Id="rId5" Type="http://schemas.openxmlformats.org/officeDocument/2006/relationships/oleObject" Target="../embeddings/oleObject12.bin"/><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emf"/><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oleObject" Target="../embeddings/oleObject11.bin"/><Relationship Id="rId5" Type="http://schemas.openxmlformats.org/officeDocument/2006/relationships/image" Target="../media/image23.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4.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8.emf"/><Relationship Id="rId5" Type="http://schemas.openxmlformats.org/officeDocument/2006/relationships/oleObject" Target="../embeddings/oleObject11.bin"/><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Layout" Target="../slideLayouts/slideLayout2.xml"/><Relationship Id="rId7" Type="http://schemas.openxmlformats.org/officeDocument/2006/relationships/image" Target="../media/image24.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8.emf"/><Relationship Id="rId5" Type="http://schemas.openxmlformats.org/officeDocument/2006/relationships/oleObject" Target="../embeddings/oleObject13.bin"/><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slideLayout" Target="../slideLayouts/slideLayout2.xml"/><Relationship Id="rId7" Type="http://schemas.openxmlformats.org/officeDocument/2006/relationships/image" Target="../media/image26.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8.emf"/><Relationship Id="rId5" Type="http://schemas.openxmlformats.org/officeDocument/2006/relationships/oleObject" Target="../embeddings/oleObject14.bin"/><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8.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8.emf"/><Relationship Id="rId5" Type="http://schemas.openxmlformats.org/officeDocument/2006/relationships/oleObject" Target="../embeddings/oleObject11.bin"/><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9.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8.emf"/><Relationship Id="rId5" Type="http://schemas.openxmlformats.org/officeDocument/2006/relationships/oleObject" Target="../embeddings/oleObject15.bin"/><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em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oleObject" Target="../embeddings/oleObject16.bin"/><Relationship Id="rId5" Type="http://schemas.openxmlformats.org/officeDocument/2006/relationships/image" Target="../media/image30.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1.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8.emf"/><Relationship Id="rId5" Type="http://schemas.openxmlformats.org/officeDocument/2006/relationships/oleObject" Target="../embeddings/oleObject17.bin"/><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2.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8.emf"/><Relationship Id="rId5" Type="http://schemas.openxmlformats.org/officeDocument/2006/relationships/oleObject" Target="../embeddings/oleObject18.bin"/><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3.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8.emf"/><Relationship Id="rId5" Type="http://schemas.openxmlformats.org/officeDocument/2006/relationships/oleObject" Target="../embeddings/oleObject19.bin"/><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4.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8.emf"/><Relationship Id="rId5" Type="http://schemas.openxmlformats.org/officeDocument/2006/relationships/oleObject" Target="../embeddings/oleObject20.bin"/><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5.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8.emf"/><Relationship Id="rId5" Type="http://schemas.openxmlformats.org/officeDocument/2006/relationships/oleObject" Target="../embeddings/oleObject21.bin"/><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6.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8.emf"/><Relationship Id="rId5" Type="http://schemas.openxmlformats.org/officeDocument/2006/relationships/oleObject" Target="../embeddings/oleObject22.bin"/><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7.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8.emf"/><Relationship Id="rId5" Type="http://schemas.openxmlformats.org/officeDocument/2006/relationships/oleObject" Target="../embeddings/oleObject23.bin"/><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8.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8.emf"/><Relationship Id="rId5" Type="http://schemas.openxmlformats.org/officeDocument/2006/relationships/oleObject" Target="../embeddings/oleObject24.bin"/><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9.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8.emf"/><Relationship Id="rId5" Type="http://schemas.openxmlformats.org/officeDocument/2006/relationships/oleObject" Target="../embeddings/oleObject25.bin"/><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emf"/><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oleObject" Target="../embeddings/oleObject26.bin"/><Relationship Id="rId5" Type="http://schemas.openxmlformats.org/officeDocument/2006/relationships/image" Target="../media/image40.png"/><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1.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8.emf"/><Relationship Id="rId5" Type="http://schemas.openxmlformats.org/officeDocument/2006/relationships/oleObject" Target="../embeddings/oleObject27.bin"/><Relationship Id="rId4"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2.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8.emf"/><Relationship Id="rId5" Type="http://schemas.openxmlformats.org/officeDocument/2006/relationships/oleObject" Target="../embeddings/oleObject28.bin"/><Relationship Id="rId4"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slideLayout" Target="../slideLayouts/slideLayout2.xml"/><Relationship Id="rId7" Type="http://schemas.openxmlformats.org/officeDocument/2006/relationships/image" Target="../media/image43.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8.emf"/><Relationship Id="rId5" Type="http://schemas.openxmlformats.org/officeDocument/2006/relationships/oleObject" Target="../embeddings/oleObject29.bin"/><Relationship Id="rId4" Type="http://schemas.openxmlformats.org/officeDocument/2006/relationships/notesSlide" Target="../notesSlides/notesSlide30.xml"/><Relationship Id="rId9"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6.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8.emf"/><Relationship Id="rId5" Type="http://schemas.openxmlformats.org/officeDocument/2006/relationships/oleObject" Target="../embeddings/oleObject30.bin"/><Relationship Id="rId4"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7.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8.emf"/><Relationship Id="rId5" Type="http://schemas.openxmlformats.org/officeDocument/2006/relationships/oleObject" Target="../embeddings/oleObject31.bin"/><Relationship Id="rId4"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8.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8.emf"/><Relationship Id="rId5" Type="http://schemas.openxmlformats.org/officeDocument/2006/relationships/oleObject" Target="../embeddings/oleObject32.bin"/><Relationship Id="rId4"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emf"/><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oleObject" Target="../embeddings/oleObject33.bin"/><Relationship Id="rId5" Type="http://schemas.openxmlformats.org/officeDocument/2006/relationships/image" Target="../media/image49.png"/><Relationship Id="rId4"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0.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8.emf"/><Relationship Id="rId5" Type="http://schemas.openxmlformats.org/officeDocument/2006/relationships/oleObject" Target="../embeddings/oleObject34.bin"/><Relationship Id="rId4"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slideLayout" Target="../slideLayouts/slideLayout2.xml"/><Relationship Id="rId7" Type="http://schemas.openxmlformats.org/officeDocument/2006/relationships/image" Target="../media/image5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8.emf"/><Relationship Id="rId5" Type="http://schemas.openxmlformats.org/officeDocument/2006/relationships/oleObject" Target="../embeddings/oleObject35.bin"/><Relationship Id="rId4" Type="http://schemas.openxmlformats.org/officeDocument/2006/relationships/notesSlide" Target="../notesSlides/notesSlide36.xml"/><Relationship Id="rId9"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emf"/><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oleObject" Target="../embeddings/oleObject36.bin"/><Relationship Id="rId5" Type="http://schemas.openxmlformats.org/officeDocument/2006/relationships/image" Target="../media/image54.png"/><Relationship Id="rId4"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5.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8.emf"/><Relationship Id="rId5" Type="http://schemas.openxmlformats.org/officeDocument/2006/relationships/oleObject" Target="../embeddings/oleObject37.bin"/><Relationship Id="rId4"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slideLayout" Target="../slideLayouts/slideLayout2.xml"/><Relationship Id="rId7" Type="http://schemas.openxmlformats.org/officeDocument/2006/relationships/image" Target="../media/image56.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8.emf"/><Relationship Id="rId5" Type="http://schemas.openxmlformats.org/officeDocument/2006/relationships/oleObject" Target="../embeddings/oleObject38.bin"/><Relationship Id="rId4"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slideLayout" Target="../slideLayouts/slideLayout2.xml"/><Relationship Id="rId7" Type="http://schemas.openxmlformats.org/officeDocument/2006/relationships/image" Target="../media/image58.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8.emf"/><Relationship Id="rId5" Type="http://schemas.openxmlformats.org/officeDocument/2006/relationships/oleObject" Target="../embeddings/oleObject39.bin"/><Relationship Id="rId4"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slideLayout" Target="../slideLayouts/slideLayout2.xml"/><Relationship Id="rId7" Type="http://schemas.openxmlformats.org/officeDocument/2006/relationships/image" Target="../media/image60.png"/><Relationship Id="rId12" Type="http://schemas.openxmlformats.org/officeDocument/2006/relationships/image" Target="../media/image65.sv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8.emf"/><Relationship Id="rId11" Type="http://schemas.openxmlformats.org/officeDocument/2006/relationships/image" Target="../media/image64.png"/><Relationship Id="rId5" Type="http://schemas.openxmlformats.org/officeDocument/2006/relationships/oleObject" Target="../embeddings/oleObject40.bin"/><Relationship Id="rId10" Type="http://schemas.openxmlformats.org/officeDocument/2006/relationships/image" Target="../media/image63.png"/><Relationship Id="rId4" Type="http://schemas.openxmlformats.org/officeDocument/2006/relationships/notesSlide" Target="../notesSlides/notesSlide41.xml"/><Relationship Id="rId9" Type="http://schemas.openxmlformats.org/officeDocument/2006/relationships/image" Target="../media/image62.png"/></Relationships>
</file>

<file path=ppt/slides/_rels/slide4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slideLayout" Target="../slideLayouts/slideLayout2.xml"/><Relationship Id="rId7" Type="http://schemas.openxmlformats.org/officeDocument/2006/relationships/image" Target="../media/image66.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8.emf"/><Relationship Id="rId5" Type="http://schemas.openxmlformats.org/officeDocument/2006/relationships/oleObject" Target="../embeddings/oleObject41.bin"/><Relationship Id="rId4"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8.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8.emf"/><Relationship Id="rId5" Type="http://schemas.openxmlformats.org/officeDocument/2006/relationships/oleObject" Target="../embeddings/oleObject42.bin"/><Relationship Id="rId4"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8.emf"/><Relationship Id="rId5" Type="http://schemas.openxmlformats.org/officeDocument/2006/relationships/oleObject" Target="../embeddings/oleObject43.bin"/><Relationship Id="rId4"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hyperlink" Target="https://webclient.apparound.com/" TargetMode="Externa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8.emf"/><Relationship Id="rId5" Type="http://schemas.openxmlformats.org/officeDocument/2006/relationships/oleObject" Target="../embeddings/oleObject44.bin"/><Relationship Id="rId4"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2 a.jp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0"/>
            <a:ext cx="9167055" cy="6858000"/>
          </a:xfrm>
          <a:prstGeom prst="rect">
            <a:avLst/>
          </a:prstGeom>
        </p:spPr>
      </p:pic>
      <p:sp>
        <p:nvSpPr>
          <p:cNvPr id="5" name="Rettangolo arrotondato 4"/>
          <p:cNvSpPr/>
          <p:nvPr/>
        </p:nvSpPr>
        <p:spPr>
          <a:xfrm>
            <a:off x="6088513" y="39224"/>
            <a:ext cx="1368152" cy="1368152"/>
          </a:xfrm>
          <a:prstGeom prst="roundRect">
            <a:avLst>
              <a:gd name="adj" fmla="val 8207"/>
            </a:avLst>
          </a:prstGeom>
          <a:solidFill>
            <a:schemeClr val="bg1">
              <a:alpha val="3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t-IT" b="1" dirty="0">
              <a:solidFill>
                <a:prstClr val="black"/>
              </a:solidFill>
            </a:endParaRPr>
          </a:p>
        </p:txBody>
      </p:sp>
      <p:sp>
        <p:nvSpPr>
          <p:cNvPr id="6" name="Rettangolo arrotondato 5"/>
          <p:cNvSpPr/>
          <p:nvPr/>
        </p:nvSpPr>
        <p:spPr>
          <a:xfrm>
            <a:off x="7452438" y="1407376"/>
            <a:ext cx="1368152" cy="1368152"/>
          </a:xfrm>
          <a:prstGeom prst="roundRect">
            <a:avLst>
              <a:gd name="adj" fmla="val 8207"/>
            </a:avLst>
          </a:prstGeom>
          <a:solidFill>
            <a:schemeClr val="bg1">
              <a:alpha val="3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t-IT" b="1" dirty="0">
              <a:solidFill>
                <a:prstClr val="black"/>
              </a:solidFill>
            </a:endParaRPr>
          </a:p>
        </p:txBody>
      </p:sp>
      <p:sp>
        <p:nvSpPr>
          <p:cNvPr id="9" name="Rettangolo arrotondato 8"/>
          <p:cNvSpPr/>
          <p:nvPr/>
        </p:nvSpPr>
        <p:spPr>
          <a:xfrm>
            <a:off x="6088513" y="1407376"/>
            <a:ext cx="1368152" cy="1368152"/>
          </a:xfrm>
          <a:prstGeom prst="roundRect">
            <a:avLst>
              <a:gd name="adj" fmla="val 8207"/>
            </a:avLst>
          </a:prstGeom>
          <a:solidFill>
            <a:schemeClr val="bg1">
              <a:alpha val="3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t-IT" b="1" dirty="0">
              <a:solidFill>
                <a:prstClr val="black"/>
              </a:solidFill>
            </a:endParaRPr>
          </a:p>
        </p:txBody>
      </p:sp>
      <p:sp>
        <p:nvSpPr>
          <p:cNvPr id="10" name="Rettangolo arrotondato 9"/>
          <p:cNvSpPr/>
          <p:nvPr/>
        </p:nvSpPr>
        <p:spPr>
          <a:xfrm>
            <a:off x="4720361" y="1407376"/>
            <a:ext cx="1368152" cy="1368152"/>
          </a:xfrm>
          <a:prstGeom prst="roundRect">
            <a:avLst>
              <a:gd name="adj" fmla="val 8207"/>
            </a:avLst>
          </a:prstGeom>
          <a:solidFill>
            <a:schemeClr val="bg1">
              <a:alpha val="3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t-IT" b="1" dirty="0">
              <a:solidFill>
                <a:prstClr val="black"/>
              </a:solidFill>
            </a:endParaRPr>
          </a:p>
        </p:txBody>
      </p:sp>
      <p:sp>
        <p:nvSpPr>
          <p:cNvPr id="11" name="Rettangolo arrotondato 10"/>
          <p:cNvSpPr/>
          <p:nvPr/>
        </p:nvSpPr>
        <p:spPr>
          <a:xfrm>
            <a:off x="4720361" y="2772065"/>
            <a:ext cx="1368152" cy="1368152"/>
          </a:xfrm>
          <a:prstGeom prst="roundRect">
            <a:avLst>
              <a:gd name="adj" fmla="val 8207"/>
            </a:avLst>
          </a:prstGeom>
          <a:solidFill>
            <a:schemeClr val="bg1"/>
          </a:solidFill>
          <a:ln w="952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t-IT" b="1" dirty="0">
              <a:solidFill>
                <a:prstClr val="black"/>
              </a:solidFill>
            </a:endParaRPr>
          </a:p>
        </p:txBody>
      </p:sp>
      <p:sp>
        <p:nvSpPr>
          <p:cNvPr id="12" name="Rettangolo arrotondato 11"/>
          <p:cNvSpPr/>
          <p:nvPr/>
        </p:nvSpPr>
        <p:spPr>
          <a:xfrm>
            <a:off x="3352209" y="2772065"/>
            <a:ext cx="1368152" cy="1368152"/>
          </a:xfrm>
          <a:prstGeom prst="roundRect">
            <a:avLst>
              <a:gd name="adj" fmla="val 8207"/>
            </a:avLst>
          </a:prstGeom>
          <a:solidFill>
            <a:schemeClr val="bg1"/>
          </a:solidFill>
          <a:ln w="9525">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t-IT" b="1" dirty="0">
              <a:solidFill>
                <a:prstClr val="black"/>
              </a:solidFill>
            </a:endParaRPr>
          </a:p>
        </p:txBody>
      </p:sp>
      <p:sp>
        <p:nvSpPr>
          <p:cNvPr id="14" name="Rechtwinkliges Dreieck 16"/>
          <p:cNvSpPr/>
          <p:nvPr/>
        </p:nvSpPr>
        <p:spPr bwMode="auto">
          <a:xfrm rot="5400000">
            <a:off x="323855" y="5803200"/>
            <a:ext cx="361943" cy="361943"/>
          </a:xfrm>
          <a:prstGeom prst="rtTriangle">
            <a:avLst/>
          </a:prstGeom>
          <a:solidFill>
            <a:schemeClr val="bg1">
              <a:lumMod val="75000"/>
              <a:alpha val="67000"/>
            </a:schemeClr>
          </a:solidFill>
          <a:ln w="12700">
            <a:noFill/>
            <a:round/>
            <a:headEnd/>
            <a:tailEnd/>
          </a:ln>
        </p:spPr>
        <p:txBody>
          <a:bodyPr lIns="360000" rtlCol="0" anchor="ctr"/>
          <a:lstStyle/>
          <a:p>
            <a:pPr defTabSz="914400"/>
            <a:endParaRPr lang="en-US" sz="4800" dirty="0">
              <a:solidFill>
                <a:prstClr val="white"/>
              </a:solidFill>
              <a:effectLst>
                <a:outerShdw blurRad="101600" dist="76200" dir="2400000" algn="tl" rotWithShape="0">
                  <a:prstClr val="black">
                    <a:alpha val="38000"/>
                  </a:prstClr>
                </a:outerShdw>
              </a:effectLst>
            </a:endParaRPr>
          </a:p>
        </p:txBody>
      </p:sp>
      <p:sp>
        <p:nvSpPr>
          <p:cNvPr id="18" name="Rechteck 17"/>
          <p:cNvSpPr/>
          <p:nvPr/>
        </p:nvSpPr>
        <p:spPr bwMode="gray">
          <a:xfrm>
            <a:off x="-5532" y="4877784"/>
            <a:ext cx="9172586" cy="925416"/>
          </a:xfrm>
          <a:prstGeom prst="rect">
            <a:avLst/>
          </a:prstGeom>
          <a:solidFill>
            <a:schemeClr val="bg1">
              <a:lumMod val="85000"/>
              <a:alpha val="67000"/>
            </a:schemeClr>
          </a:solidFill>
          <a:ln w="12700">
            <a:noFill/>
            <a:round/>
            <a:headEnd/>
            <a:tailEnd/>
          </a:ln>
        </p:spPr>
        <p:txBody>
          <a:bodyPr lIns="288000" rtlCol="0" anchor="ctr"/>
          <a:lstStyle/>
          <a:p>
            <a:pPr defTabSz="914400"/>
            <a:r>
              <a:rPr lang="en-US" sz="3600" dirty="0">
                <a:solidFill>
                  <a:prstClr val="black"/>
                </a:solidFill>
              </a:rPr>
              <a:t>GENIALE– </a:t>
            </a:r>
            <a:r>
              <a:rPr lang="en-US" sz="3600" dirty="0" err="1">
                <a:solidFill>
                  <a:prstClr val="black"/>
                </a:solidFill>
              </a:rPr>
              <a:t>Contratto</a:t>
            </a:r>
            <a:r>
              <a:rPr lang="en-US" sz="3600" dirty="0">
                <a:solidFill>
                  <a:prstClr val="black"/>
                </a:solidFill>
              </a:rPr>
              <a:t> </a:t>
            </a:r>
            <a:r>
              <a:rPr lang="en-US" sz="3600" dirty="0" err="1">
                <a:solidFill>
                  <a:prstClr val="black"/>
                </a:solidFill>
              </a:rPr>
              <a:t>digitale</a:t>
            </a:r>
            <a:endParaRPr lang="en-US" sz="3600" dirty="0">
              <a:solidFill>
                <a:prstClr val="black"/>
              </a:solidFill>
            </a:endParaRPr>
          </a:p>
        </p:txBody>
      </p:sp>
      <p:pic>
        <p:nvPicPr>
          <p:cNvPr id="2" name="Immagine 1"/>
          <p:cNvPicPr>
            <a:picLocks noChangeAspect="1"/>
          </p:cNvPicPr>
          <p:nvPr/>
        </p:nvPicPr>
        <p:blipFill rotWithShape="1">
          <a:blip r:embed="rId3" cstate="print">
            <a:extLst>
              <a:ext uri="{28A0092B-C50C-407E-A947-70E740481C1C}">
                <a14:useLocalDpi xmlns:a14="http://schemas.microsoft.com/office/drawing/2010/main" val="0"/>
              </a:ext>
            </a:extLst>
          </a:blip>
          <a:srcRect l="10633" t="33098" r="12743" b="36795"/>
          <a:stretch/>
        </p:blipFill>
        <p:spPr>
          <a:xfrm>
            <a:off x="3419872" y="3084525"/>
            <a:ext cx="2536262" cy="704515"/>
          </a:xfrm>
          <a:prstGeom prst="rect">
            <a:avLst/>
          </a:prstGeom>
        </p:spPr>
      </p:pic>
    </p:spTree>
    <p:extLst>
      <p:ext uri="{BB962C8B-B14F-4D97-AF65-F5344CB8AC3E}">
        <p14:creationId xmlns:p14="http://schemas.microsoft.com/office/powerpoint/2010/main" val="3602279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28054572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51728" y="241985"/>
            <a:ext cx="8670051" cy="369322"/>
          </a:xfrm>
        </p:spPr>
        <p:txBody>
          <a:bodyPr vert="horz" wrap="square" lIns="91429" tIns="45715" rIns="91429" bIns="45715" rtlCol="0" anchor="t" anchorCtr="0">
            <a:spAutoFit/>
          </a:bodyPr>
          <a:lstStyle/>
          <a:p>
            <a:r>
              <a:rPr lang="it-IT" b="0" dirty="0"/>
              <a:t>PRESENTAZIONE</a:t>
            </a:r>
          </a:p>
        </p:txBody>
      </p:sp>
      <p:sp>
        <p:nvSpPr>
          <p:cNvPr id="8" name="CasellaDiTesto 7">
            <a:extLst>
              <a:ext uri="{FF2B5EF4-FFF2-40B4-BE49-F238E27FC236}">
                <a16:creationId xmlns:a16="http://schemas.microsoft.com/office/drawing/2014/main" id="{484916E3-5712-4646-8F83-F8872B0C08A6}"/>
              </a:ext>
            </a:extLst>
          </p:cNvPr>
          <p:cNvSpPr txBox="1"/>
          <p:nvPr/>
        </p:nvSpPr>
        <p:spPr>
          <a:xfrm>
            <a:off x="457200" y="1310054"/>
            <a:ext cx="7005892" cy="2862322"/>
          </a:xfrm>
          <a:prstGeom prst="rect">
            <a:avLst/>
          </a:prstGeom>
          <a:noFill/>
        </p:spPr>
        <p:txBody>
          <a:bodyPr wrap="none" rtlCol="0">
            <a:spAutoFit/>
          </a:bodyPr>
          <a:lstStyle/>
          <a:p>
            <a:pPr marL="285750" indent="-285750">
              <a:buFont typeface="Arial" panose="020B0604020202020204" pitchFamily="34" charset="0"/>
              <a:buChar char="•"/>
            </a:pPr>
            <a:r>
              <a:rPr lang="it-IT" b="1" dirty="0"/>
              <a:t>Novità dal 19 marzo 2022</a:t>
            </a:r>
          </a:p>
          <a:p>
            <a:endParaRPr lang="it-IT" b="1" dirty="0"/>
          </a:p>
          <a:p>
            <a:pPr marL="285750" indent="-285750">
              <a:buFont typeface="Arial" panose="020B0604020202020204" pitchFamily="34" charset="0"/>
              <a:buChar char="•"/>
            </a:pPr>
            <a:r>
              <a:rPr lang="it-IT" b="1" dirty="0"/>
              <a:t>Creare offerte per clienti Business</a:t>
            </a:r>
            <a:r>
              <a:rPr lang="it-IT" dirty="0"/>
              <a:t>:</a:t>
            </a:r>
          </a:p>
          <a:p>
            <a:pPr marL="741363" lvl="1" indent="-285750">
              <a:buFont typeface="Arial" panose="020B0604020202020204" pitchFamily="34" charset="0"/>
              <a:buChar char="•"/>
            </a:pPr>
            <a:r>
              <a:rPr lang="it-IT" dirty="0"/>
              <a:t>Offerte standard Energia e GAS;</a:t>
            </a:r>
          </a:p>
          <a:p>
            <a:pPr lvl="1" indent="0"/>
            <a:endParaRPr lang="it-IT" dirty="0"/>
          </a:p>
          <a:p>
            <a:pPr marL="285750" indent="-285750">
              <a:buFont typeface="Arial" panose="020B0604020202020204" pitchFamily="34" charset="0"/>
              <a:buChar char="•"/>
            </a:pPr>
            <a:r>
              <a:rPr lang="it-IT" b="1" dirty="0"/>
              <a:t>Inserimento guidato dei campi</a:t>
            </a:r>
            <a:r>
              <a:rPr lang="it-IT" dirty="0"/>
              <a:t>;</a:t>
            </a:r>
          </a:p>
          <a:p>
            <a:endParaRPr lang="it-IT" b="1" dirty="0"/>
          </a:p>
          <a:p>
            <a:pPr marL="285750" indent="-285750">
              <a:buFont typeface="Arial" panose="020B0604020202020204" pitchFamily="34" charset="0"/>
              <a:buChar char="•"/>
            </a:pPr>
            <a:r>
              <a:rPr lang="it-IT" b="1" dirty="0"/>
              <a:t>Caricamento automatico del contratto su Space </a:t>
            </a:r>
            <a:r>
              <a:rPr lang="it-IT" dirty="0"/>
              <a:t>(sistema di in-</a:t>
            </a:r>
            <a:r>
              <a:rPr lang="it-IT" dirty="0" err="1"/>
              <a:t>order</a:t>
            </a:r>
            <a:r>
              <a:rPr lang="it-IT" dirty="0"/>
              <a:t>);</a:t>
            </a:r>
          </a:p>
          <a:p>
            <a:endParaRPr lang="it-IT" dirty="0"/>
          </a:p>
          <a:p>
            <a:pPr marL="285750" indent="-285750">
              <a:buFont typeface="Arial" panose="020B0604020202020204" pitchFamily="34" charset="0"/>
              <a:buChar char="•"/>
            </a:pPr>
            <a:r>
              <a:rPr lang="it-IT" b="1" dirty="0"/>
              <a:t>Materiale multimediale a supporto della vendita.</a:t>
            </a:r>
          </a:p>
        </p:txBody>
      </p:sp>
    </p:spTree>
    <p:extLst>
      <p:ext uri="{BB962C8B-B14F-4D97-AF65-F5344CB8AC3E}">
        <p14:creationId xmlns:p14="http://schemas.microsoft.com/office/powerpoint/2010/main" val="5925115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2099681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51728" y="241985"/>
            <a:ext cx="8670051" cy="369322"/>
          </a:xfrm>
        </p:spPr>
        <p:txBody>
          <a:bodyPr vert="horz" wrap="square" lIns="91429" tIns="45715" rIns="91429" bIns="45715" rtlCol="0" anchor="t" anchorCtr="0">
            <a:spAutoFit/>
          </a:bodyPr>
          <a:lstStyle/>
          <a:p>
            <a:r>
              <a:rPr lang="it-IT" b="0" dirty="0"/>
              <a:t>Novità dal 19 marzo 2022</a:t>
            </a:r>
          </a:p>
        </p:txBody>
      </p:sp>
      <p:sp>
        <p:nvSpPr>
          <p:cNvPr id="8" name="CasellaDiTesto 7">
            <a:extLst>
              <a:ext uri="{FF2B5EF4-FFF2-40B4-BE49-F238E27FC236}">
                <a16:creationId xmlns:a16="http://schemas.microsoft.com/office/drawing/2014/main" id="{484916E3-5712-4646-8F83-F8872B0C08A6}"/>
              </a:ext>
            </a:extLst>
          </p:cNvPr>
          <p:cNvSpPr txBox="1"/>
          <p:nvPr/>
        </p:nvSpPr>
        <p:spPr>
          <a:xfrm>
            <a:off x="504826" y="1681529"/>
            <a:ext cx="7772400" cy="3416320"/>
          </a:xfrm>
          <a:prstGeom prst="rect">
            <a:avLst/>
          </a:prstGeom>
          <a:noFill/>
        </p:spPr>
        <p:txBody>
          <a:bodyPr wrap="square" rtlCol="0">
            <a:spAutoFit/>
          </a:bodyPr>
          <a:lstStyle/>
          <a:p>
            <a:endParaRPr lang="it-IT" b="1" dirty="0"/>
          </a:p>
          <a:p>
            <a:endParaRPr lang="it-IT" i="1" dirty="0"/>
          </a:p>
          <a:p>
            <a:pPr marL="285750" indent="-285750">
              <a:buFont typeface="Arial" panose="020B0604020202020204" pitchFamily="34" charset="0"/>
              <a:buChar char="•"/>
            </a:pPr>
            <a:r>
              <a:rPr lang="it-IT" i="1" dirty="0"/>
              <a:t>Controllo numero di telefono intestatario contratto (step 1)</a:t>
            </a:r>
          </a:p>
          <a:p>
            <a:endParaRPr lang="it-IT" i="1" dirty="0"/>
          </a:p>
          <a:p>
            <a:pPr marL="285750" indent="-285750">
              <a:buFont typeface="Arial" panose="020B0604020202020204" pitchFamily="34" charset="0"/>
              <a:buChar char="•"/>
            </a:pPr>
            <a:r>
              <a:rPr lang="it-IT" i="1" dirty="0"/>
              <a:t>Inserimento Campagna allo step due</a:t>
            </a:r>
          </a:p>
          <a:p>
            <a:pPr marL="285750" indent="-285750">
              <a:buFont typeface="Arial" panose="020B0604020202020204" pitchFamily="34" charset="0"/>
              <a:buChar char="•"/>
            </a:pPr>
            <a:endParaRPr lang="it-IT" i="1" dirty="0"/>
          </a:p>
          <a:p>
            <a:pPr marL="285750" indent="-285750">
              <a:buFont typeface="Arial" panose="020B0604020202020204" pitchFamily="34" charset="0"/>
              <a:buChar char="•"/>
            </a:pPr>
            <a:r>
              <a:rPr lang="it-IT" i="1" dirty="0"/>
              <a:t>Introduzione del campo «</a:t>
            </a:r>
            <a:r>
              <a:rPr lang="it-IT" i="1" dirty="0" err="1"/>
              <a:t>Leggittimo</a:t>
            </a:r>
            <a:r>
              <a:rPr lang="it-IT" i="1" dirty="0"/>
              <a:t> titolo» su ogni singolo punto (step3)</a:t>
            </a:r>
          </a:p>
          <a:p>
            <a:pPr marL="285750" indent="-285750">
              <a:buFont typeface="Arial" panose="020B0604020202020204" pitchFamily="34" charset="0"/>
              <a:buChar char="•"/>
            </a:pPr>
            <a:endParaRPr lang="it-IT" i="1" dirty="0"/>
          </a:p>
          <a:p>
            <a:pPr marL="285750" indent="-285750">
              <a:buFont typeface="Arial" panose="020B0604020202020204" pitchFamily="34" charset="0"/>
              <a:buChar char="•"/>
            </a:pPr>
            <a:endParaRPr lang="it-IT" i="1" dirty="0"/>
          </a:p>
          <a:p>
            <a:pPr marL="285750" indent="-285750">
              <a:buFont typeface="Arial" panose="020B0604020202020204" pitchFamily="34" charset="0"/>
              <a:buChar char="•"/>
            </a:pPr>
            <a:r>
              <a:rPr lang="it-IT" i="1" dirty="0"/>
              <a:t>Controllo sulla coerenza del Nome, Cognome, Mail, numero di telefono del Legale Rappresentante  su tutti i punti del contratto (step 1 e step 4)</a:t>
            </a:r>
          </a:p>
          <a:p>
            <a:pPr marL="285750" indent="-285750">
              <a:buFont typeface="Arial" panose="020B0604020202020204" pitchFamily="34" charset="0"/>
              <a:buChar char="•"/>
            </a:pPr>
            <a:endParaRPr lang="it-IT" b="1" dirty="0"/>
          </a:p>
        </p:txBody>
      </p:sp>
    </p:spTree>
    <p:extLst>
      <p:ext uri="{BB962C8B-B14F-4D97-AF65-F5344CB8AC3E}">
        <p14:creationId xmlns:p14="http://schemas.microsoft.com/office/powerpoint/2010/main" val="761480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936289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236974" y="251819"/>
            <a:ext cx="8670051" cy="369322"/>
          </a:xfrm>
        </p:spPr>
        <p:txBody>
          <a:bodyPr vert="horz" wrap="square" lIns="91429" tIns="45715" rIns="91429" bIns="45715" rtlCol="0" anchor="t" anchorCtr="0">
            <a:spAutoFit/>
          </a:bodyPr>
          <a:lstStyle/>
          <a:p>
            <a:r>
              <a:rPr lang="it-IT" b="0" dirty="0"/>
              <a:t>Schermata di HOME</a:t>
            </a:r>
          </a:p>
        </p:txBody>
      </p:sp>
      <p:pic>
        <p:nvPicPr>
          <p:cNvPr id="7" name="Immagine 6">
            <a:extLst>
              <a:ext uri="{FF2B5EF4-FFF2-40B4-BE49-F238E27FC236}">
                <a16:creationId xmlns:a16="http://schemas.microsoft.com/office/drawing/2014/main" id="{B342AFB3-1265-4BB2-9D3A-64378145BC62}"/>
              </a:ext>
            </a:extLst>
          </p:cNvPr>
          <p:cNvPicPr>
            <a:picLocks noChangeAspect="1"/>
          </p:cNvPicPr>
          <p:nvPr/>
        </p:nvPicPr>
        <p:blipFill>
          <a:blip r:embed="rId7"/>
          <a:stretch>
            <a:fillRect/>
          </a:stretch>
        </p:blipFill>
        <p:spPr>
          <a:xfrm>
            <a:off x="1582198" y="1195706"/>
            <a:ext cx="6031523" cy="4466587"/>
          </a:xfrm>
          <a:prstGeom prst="rect">
            <a:avLst/>
          </a:prstGeom>
          <a:ln>
            <a:noFill/>
          </a:ln>
          <a:effectLst>
            <a:outerShdw blurRad="190500" algn="tl" rotWithShape="0">
              <a:srgbClr val="000000">
                <a:alpha val="70000"/>
              </a:srgbClr>
            </a:outerShdw>
          </a:effectLst>
        </p:spPr>
      </p:pic>
      <p:sp>
        <p:nvSpPr>
          <p:cNvPr id="5" name="Rettangolo 4">
            <a:extLst>
              <a:ext uri="{FF2B5EF4-FFF2-40B4-BE49-F238E27FC236}">
                <a16:creationId xmlns:a16="http://schemas.microsoft.com/office/drawing/2014/main" id="{921F7F61-7F8D-4B1E-A74E-A6A353E32B1A}"/>
              </a:ext>
            </a:extLst>
          </p:cNvPr>
          <p:cNvSpPr/>
          <p:nvPr/>
        </p:nvSpPr>
        <p:spPr>
          <a:xfrm>
            <a:off x="7805312" y="883580"/>
            <a:ext cx="1195754" cy="1321776"/>
          </a:xfrm>
          <a:prstGeom prst="rect">
            <a:avLst/>
          </a:prstGeom>
          <a:solidFill>
            <a:srgbClr val="F5C20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b="1" dirty="0">
                <a:solidFill>
                  <a:schemeClr val="tx1"/>
                </a:solidFill>
              </a:rPr>
              <a:t>CREARE NUOVE OFFERTE</a:t>
            </a:r>
          </a:p>
        </p:txBody>
      </p:sp>
      <p:sp>
        <p:nvSpPr>
          <p:cNvPr id="6" name="Triangolo isoscele 5">
            <a:extLst>
              <a:ext uri="{FF2B5EF4-FFF2-40B4-BE49-F238E27FC236}">
                <a16:creationId xmlns:a16="http://schemas.microsoft.com/office/drawing/2014/main" id="{992E7615-301C-4A65-9718-CA64F942CD4F}"/>
              </a:ext>
            </a:extLst>
          </p:cNvPr>
          <p:cNvSpPr/>
          <p:nvPr/>
        </p:nvSpPr>
        <p:spPr>
          <a:xfrm rot="16200000">
            <a:off x="7432139" y="1723743"/>
            <a:ext cx="259326" cy="487021"/>
          </a:xfrm>
          <a:prstGeom prst="triangle">
            <a:avLst/>
          </a:prstGeom>
          <a:solidFill>
            <a:srgbClr val="F5C20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dirty="0">
              <a:solidFill>
                <a:schemeClr val="tx1"/>
              </a:solidFill>
            </a:endParaRPr>
          </a:p>
        </p:txBody>
      </p:sp>
      <p:sp>
        <p:nvSpPr>
          <p:cNvPr id="8" name="Rettangolo 7">
            <a:extLst>
              <a:ext uri="{FF2B5EF4-FFF2-40B4-BE49-F238E27FC236}">
                <a16:creationId xmlns:a16="http://schemas.microsoft.com/office/drawing/2014/main" id="{64AA8C69-BC69-48DF-91AD-ABCB1B65B46F}"/>
              </a:ext>
            </a:extLst>
          </p:cNvPr>
          <p:cNvSpPr/>
          <p:nvPr/>
        </p:nvSpPr>
        <p:spPr>
          <a:xfrm>
            <a:off x="91014" y="1767252"/>
            <a:ext cx="1439264" cy="993533"/>
          </a:xfrm>
          <a:prstGeom prst="rect">
            <a:avLst/>
          </a:prstGeom>
          <a:solidFill>
            <a:srgbClr val="F5C20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Customer Base contrattualizzata tramite </a:t>
            </a:r>
            <a:r>
              <a:rPr lang="it-IT" sz="1400" b="1" dirty="0" err="1">
                <a:solidFill>
                  <a:schemeClr val="tx1"/>
                </a:solidFill>
              </a:rPr>
              <a:t>Apparroud</a:t>
            </a:r>
            <a:endParaRPr lang="it-IT" sz="1400" b="1" dirty="0">
              <a:solidFill>
                <a:schemeClr val="tx1"/>
              </a:solidFill>
            </a:endParaRPr>
          </a:p>
        </p:txBody>
      </p:sp>
      <p:sp>
        <p:nvSpPr>
          <p:cNvPr id="9" name="Triangolo isoscele 8">
            <a:extLst>
              <a:ext uri="{FF2B5EF4-FFF2-40B4-BE49-F238E27FC236}">
                <a16:creationId xmlns:a16="http://schemas.microsoft.com/office/drawing/2014/main" id="{CCA0D553-B21D-4654-8B71-B87A5D7C01AA}"/>
              </a:ext>
            </a:extLst>
          </p:cNvPr>
          <p:cNvSpPr/>
          <p:nvPr/>
        </p:nvSpPr>
        <p:spPr>
          <a:xfrm rot="5400000">
            <a:off x="1563391" y="1723744"/>
            <a:ext cx="259326" cy="487021"/>
          </a:xfrm>
          <a:prstGeom prst="triangle">
            <a:avLst/>
          </a:prstGeom>
          <a:solidFill>
            <a:srgbClr val="F5C20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dirty="0">
              <a:solidFill>
                <a:schemeClr val="tx1"/>
              </a:solidFill>
            </a:endParaRPr>
          </a:p>
        </p:txBody>
      </p:sp>
      <p:sp>
        <p:nvSpPr>
          <p:cNvPr id="12" name="Rettangolo 11">
            <a:extLst>
              <a:ext uri="{FF2B5EF4-FFF2-40B4-BE49-F238E27FC236}">
                <a16:creationId xmlns:a16="http://schemas.microsoft.com/office/drawing/2014/main" id="{0EE059F4-4098-4935-8A31-C4ECC8FBBD98}"/>
              </a:ext>
            </a:extLst>
          </p:cNvPr>
          <p:cNvSpPr/>
          <p:nvPr/>
        </p:nvSpPr>
        <p:spPr>
          <a:xfrm>
            <a:off x="1723292" y="3122951"/>
            <a:ext cx="7221578" cy="1141318"/>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600" b="1" dirty="0">
              <a:solidFill>
                <a:schemeClr val="tx1"/>
              </a:solidFill>
            </a:endParaRPr>
          </a:p>
        </p:txBody>
      </p:sp>
      <p:sp>
        <p:nvSpPr>
          <p:cNvPr id="10" name="Rettangolo 9">
            <a:extLst>
              <a:ext uri="{FF2B5EF4-FFF2-40B4-BE49-F238E27FC236}">
                <a16:creationId xmlns:a16="http://schemas.microsoft.com/office/drawing/2014/main" id="{1A63EB0A-D972-4496-9428-E405F2A4A814}"/>
              </a:ext>
            </a:extLst>
          </p:cNvPr>
          <p:cNvSpPr/>
          <p:nvPr/>
        </p:nvSpPr>
        <p:spPr>
          <a:xfrm>
            <a:off x="7749116" y="3068511"/>
            <a:ext cx="1195754" cy="1195758"/>
          </a:xfrm>
          <a:prstGeom prst="rect">
            <a:avLst/>
          </a:prstGeom>
          <a:solidFill>
            <a:srgbClr val="F5C20F"/>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b="1" dirty="0">
                <a:solidFill>
                  <a:schemeClr val="tx1"/>
                </a:solidFill>
              </a:rPr>
              <a:t>Materiale a supporto della vendita</a:t>
            </a:r>
          </a:p>
        </p:txBody>
      </p:sp>
      <p:sp>
        <p:nvSpPr>
          <p:cNvPr id="13" name="Rettangolo 12">
            <a:extLst>
              <a:ext uri="{FF2B5EF4-FFF2-40B4-BE49-F238E27FC236}">
                <a16:creationId xmlns:a16="http://schemas.microsoft.com/office/drawing/2014/main" id="{B113725A-A486-48CB-A6C5-94D0241934E7}"/>
              </a:ext>
            </a:extLst>
          </p:cNvPr>
          <p:cNvSpPr/>
          <p:nvPr/>
        </p:nvSpPr>
        <p:spPr>
          <a:xfrm>
            <a:off x="87573" y="4523666"/>
            <a:ext cx="1439264" cy="879229"/>
          </a:xfrm>
          <a:prstGeom prst="rect">
            <a:avLst/>
          </a:prstGeom>
          <a:solidFill>
            <a:srgbClr val="F5C20F"/>
          </a:solidFill>
          <a:ln w="95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Info, e Comunicazioni</a:t>
            </a:r>
          </a:p>
        </p:txBody>
      </p:sp>
      <p:sp>
        <p:nvSpPr>
          <p:cNvPr id="15" name="Rettangolo 14">
            <a:extLst>
              <a:ext uri="{FF2B5EF4-FFF2-40B4-BE49-F238E27FC236}">
                <a16:creationId xmlns:a16="http://schemas.microsoft.com/office/drawing/2014/main" id="{5B4CBE22-F7CE-404D-A558-595D4B18A1A7}"/>
              </a:ext>
            </a:extLst>
          </p:cNvPr>
          <p:cNvSpPr/>
          <p:nvPr/>
        </p:nvSpPr>
        <p:spPr>
          <a:xfrm>
            <a:off x="87573" y="4523666"/>
            <a:ext cx="7596904" cy="879229"/>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600" b="1" dirty="0">
              <a:solidFill>
                <a:schemeClr val="tx1"/>
              </a:solidFill>
            </a:endParaRPr>
          </a:p>
        </p:txBody>
      </p:sp>
      <p:pic>
        <p:nvPicPr>
          <p:cNvPr id="14" name="Immagine 13">
            <a:extLst>
              <a:ext uri="{FF2B5EF4-FFF2-40B4-BE49-F238E27FC236}">
                <a16:creationId xmlns:a16="http://schemas.microsoft.com/office/drawing/2014/main" id="{BF7E19B3-E06A-BCBD-F503-DC523421E4DB}"/>
              </a:ext>
            </a:extLst>
          </p:cNvPr>
          <p:cNvPicPr>
            <a:picLocks noChangeAspect="1"/>
          </p:cNvPicPr>
          <p:nvPr/>
        </p:nvPicPr>
        <p:blipFill>
          <a:blip r:embed="rId8"/>
          <a:stretch>
            <a:fillRect/>
          </a:stretch>
        </p:blipFill>
        <p:spPr>
          <a:xfrm>
            <a:off x="1749946" y="3122951"/>
            <a:ext cx="2848014" cy="1087200"/>
          </a:xfrm>
          <a:prstGeom prst="rect">
            <a:avLst/>
          </a:prstGeom>
        </p:spPr>
      </p:pic>
      <p:pic>
        <p:nvPicPr>
          <p:cNvPr id="17" name="Immagine 16">
            <a:extLst>
              <a:ext uri="{FF2B5EF4-FFF2-40B4-BE49-F238E27FC236}">
                <a16:creationId xmlns:a16="http://schemas.microsoft.com/office/drawing/2014/main" id="{6E1BC02D-A171-5A7D-EF21-1CD6717262DC}"/>
              </a:ext>
            </a:extLst>
          </p:cNvPr>
          <p:cNvPicPr>
            <a:picLocks noChangeAspect="1"/>
          </p:cNvPicPr>
          <p:nvPr/>
        </p:nvPicPr>
        <p:blipFill>
          <a:blip r:embed="rId9"/>
          <a:stretch>
            <a:fillRect/>
          </a:stretch>
        </p:blipFill>
        <p:spPr>
          <a:xfrm>
            <a:off x="4597960" y="3122951"/>
            <a:ext cx="2848014" cy="1086877"/>
          </a:xfrm>
          <a:prstGeom prst="rect">
            <a:avLst/>
          </a:prstGeom>
        </p:spPr>
      </p:pic>
      <p:pic>
        <p:nvPicPr>
          <p:cNvPr id="18" name="Immagine 17">
            <a:extLst>
              <a:ext uri="{FF2B5EF4-FFF2-40B4-BE49-F238E27FC236}">
                <a16:creationId xmlns:a16="http://schemas.microsoft.com/office/drawing/2014/main" id="{1C8B7D43-D6A6-F0D1-035E-C380EDD44EFC}"/>
              </a:ext>
            </a:extLst>
          </p:cNvPr>
          <p:cNvPicPr>
            <a:picLocks noChangeAspect="1"/>
          </p:cNvPicPr>
          <p:nvPr/>
        </p:nvPicPr>
        <p:blipFill>
          <a:blip r:embed="rId9"/>
          <a:stretch>
            <a:fillRect/>
          </a:stretch>
        </p:blipFill>
        <p:spPr>
          <a:xfrm>
            <a:off x="2892299" y="4596283"/>
            <a:ext cx="4721422" cy="733994"/>
          </a:xfrm>
          <a:prstGeom prst="rect">
            <a:avLst/>
          </a:prstGeom>
        </p:spPr>
      </p:pic>
      <p:pic>
        <p:nvPicPr>
          <p:cNvPr id="22" name="Immagine 21">
            <a:extLst>
              <a:ext uri="{FF2B5EF4-FFF2-40B4-BE49-F238E27FC236}">
                <a16:creationId xmlns:a16="http://schemas.microsoft.com/office/drawing/2014/main" id="{B8F5FE0A-BF30-F0A7-7C80-834F26701DB2}"/>
              </a:ext>
            </a:extLst>
          </p:cNvPr>
          <p:cNvPicPr>
            <a:picLocks noChangeAspect="1"/>
          </p:cNvPicPr>
          <p:nvPr/>
        </p:nvPicPr>
        <p:blipFill>
          <a:blip r:embed="rId10"/>
          <a:stretch>
            <a:fillRect/>
          </a:stretch>
        </p:blipFill>
        <p:spPr>
          <a:xfrm>
            <a:off x="4067037" y="1860891"/>
            <a:ext cx="1185973" cy="923195"/>
          </a:xfrm>
          <a:prstGeom prst="rect">
            <a:avLst/>
          </a:prstGeom>
        </p:spPr>
      </p:pic>
    </p:spTree>
    <p:extLst>
      <p:ext uri="{BB962C8B-B14F-4D97-AF65-F5344CB8AC3E}">
        <p14:creationId xmlns:p14="http://schemas.microsoft.com/office/powerpoint/2010/main" val="798574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66889584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1: Inizio</a:t>
            </a:r>
          </a:p>
        </p:txBody>
      </p:sp>
      <p:pic>
        <p:nvPicPr>
          <p:cNvPr id="7" name="Immagine 6">
            <a:extLst>
              <a:ext uri="{FF2B5EF4-FFF2-40B4-BE49-F238E27FC236}">
                <a16:creationId xmlns:a16="http://schemas.microsoft.com/office/drawing/2014/main" id="{C3FCB116-E7A8-45FA-9576-60AE00F8F564}"/>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4398" r="50"/>
          <a:stretch/>
        </p:blipFill>
        <p:spPr>
          <a:xfrm>
            <a:off x="142935" y="1118179"/>
            <a:ext cx="4049530" cy="2415471"/>
          </a:xfrm>
          <a:prstGeom prst="rect">
            <a:avLst/>
          </a:prstGeom>
          <a:ln>
            <a:noFill/>
          </a:ln>
          <a:effectLst>
            <a:outerShdw blurRad="190500" algn="tl" rotWithShape="0">
              <a:srgbClr val="000000">
                <a:alpha val="70000"/>
              </a:srgbClr>
            </a:outerShdw>
          </a:effectLst>
        </p:spPr>
      </p:pic>
      <p:sp>
        <p:nvSpPr>
          <p:cNvPr id="10" name="Fumetto: rettangolo 9">
            <a:extLst>
              <a:ext uri="{FF2B5EF4-FFF2-40B4-BE49-F238E27FC236}">
                <a16:creationId xmlns:a16="http://schemas.microsoft.com/office/drawing/2014/main" id="{8599AA6C-0123-4615-89A0-7489784899EB}"/>
              </a:ext>
            </a:extLst>
          </p:cNvPr>
          <p:cNvSpPr/>
          <p:nvPr/>
        </p:nvSpPr>
        <p:spPr>
          <a:xfrm>
            <a:off x="183085" y="5019420"/>
            <a:ext cx="2307566" cy="1139699"/>
          </a:xfrm>
          <a:prstGeom prst="wedgeRectCallout">
            <a:avLst>
              <a:gd name="adj1" fmla="val -13564"/>
              <a:gd name="adj2" fmla="val -220572"/>
            </a:avLst>
          </a:prstGeom>
          <a:solidFill>
            <a:srgbClr val="F5C20F"/>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solidFill>
              </a:rPr>
              <a:t>Dati fondamentali per la firma del contratto! Compilare con i dati di chi sottoscriverà il contratto. Con il nuovo rilascio è possibile modificarli allo Step 4</a:t>
            </a:r>
          </a:p>
        </p:txBody>
      </p:sp>
      <p:sp>
        <p:nvSpPr>
          <p:cNvPr id="11" name="Rettangolo 10">
            <a:extLst>
              <a:ext uri="{FF2B5EF4-FFF2-40B4-BE49-F238E27FC236}">
                <a16:creationId xmlns:a16="http://schemas.microsoft.com/office/drawing/2014/main" id="{F5D6D2C7-6A0E-491C-B43B-14952D7AD66B}"/>
              </a:ext>
            </a:extLst>
          </p:cNvPr>
          <p:cNvSpPr/>
          <p:nvPr/>
        </p:nvSpPr>
        <p:spPr>
          <a:xfrm>
            <a:off x="278335" y="2198766"/>
            <a:ext cx="3703115" cy="954009"/>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dirty="0">
              <a:solidFill>
                <a:schemeClr val="tx1"/>
              </a:solidFill>
            </a:endParaRPr>
          </a:p>
        </p:txBody>
      </p:sp>
      <p:pic>
        <p:nvPicPr>
          <p:cNvPr id="6" name="Immagine 5">
            <a:extLst>
              <a:ext uri="{FF2B5EF4-FFF2-40B4-BE49-F238E27FC236}">
                <a16:creationId xmlns:a16="http://schemas.microsoft.com/office/drawing/2014/main" id="{8AC86BE0-B9D5-4011-89BE-4573DD21BC5C}"/>
              </a:ext>
            </a:extLst>
          </p:cNvPr>
          <p:cNvPicPr>
            <a:picLocks noChangeAspect="1"/>
          </p:cNvPicPr>
          <p:nvPr/>
        </p:nvPicPr>
        <p:blipFill rotWithShape="1">
          <a:blip r:embed="rId8"/>
          <a:srcRect l="-1146" t="12158" r="833" b="5073"/>
          <a:stretch/>
        </p:blipFill>
        <p:spPr>
          <a:xfrm>
            <a:off x="4557974" y="1118178"/>
            <a:ext cx="4050000" cy="2358763"/>
          </a:xfrm>
          <a:prstGeom prst="rect">
            <a:avLst/>
          </a:prstGeom>
          <a:ln>
            <a:noFill/>
          </a:ln>
          <a:effectLst>
            <a:outerShdw blurRad="190500" algn="tl" rotWithShape="0">
              <a:srgbClr val="000000">
                <a:alpha val="70000"/>
              </a:srgbClr>
            </a:outerShdw>
          </a:effectLst>
        </p:spPr>
      </p:pic>
      <p:sp>
        <p:nvSpPr>
          <p:cNvPr id="13" name="Fumetto: rettangolo 12">
            <a:extLst>
              <a:ext uri="{FF2B5EF4-FFF2-40B4-BE49-F238E27FC236}">
                <a16:creationId xmlns:a16="http://schemas.microsoft.com/office/drawing/2014/main" id="{79E86704-0169-4B18-A66E-B8E4B6DD31EA}"/>
              </a:ext>
            </a:extLst>
          </p:cNvPr>
          <p:cNvSpPr/>
          <p:nvPr/>
        </p:nvSpPr>
        <p:spPr>
          <a:xfrm>
            <a:off x="3769273" y="4909311"/>
            <a:ext cx="4183836" cy="1359916"/>
          </a:xfrm>
          <a:prstGeom prst="wedgeRectCallout">
            <a:avLst>
              <a:gd name="adj1" fmla="val -2234"/>
              <a:gd name="adj2" fmla="val -150307"/>
            </a:avLst>
          </a:prstGeom>
          <a:solidFill>
            <a:srgbClr val="F5C20F"/>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200" b="1" dirty="0">
              <a:solidFill>
                <a:schemeClr val="tx1"/>
              </a:solidFill>
            </a:endParaRPr>
          </a:p>
          <a:p>
            <a:pPr algn="ctr"/>
            <a:r>
              <a:rPr lang="it-IT" sz="1200" b="1" dirty="0">
                <a:solidFill>
                  <a:schemeClr val="tx1"/>
                </a:solidFill>
              </a:rPr>
              <a:t>All’inserimento del numero di telefono verrà effettuato un controllo, qualora il numero di telefono dovesse corrispondere a un numero presente nelle nostre anagrafiche agenti il numero non potrà essere utilizzato per la firma del contratto.</a:t>
            </a:r>
          </a:p>
          <a:p>
            <a:pPr algn="ctr"/>
            <a:r>
              <a:rPr lang="it-IT" sz="1200" b="1" dirty="0">
                <a:solidFill>
                  <a:schemeClr val="tx1"/>
                </a:solidFill>
              </a:rPr>
              <a:t>Il numero inserito in questo step verrà riportato anche allo step 4, un’eventuale modifica del numero allo step 4 farà scattare nuovamente la verifica</a:t>
            </a:r>
          </a:p>
          <a:p>
            <a:pPr algn="ctr"/>
            <a:endParaRPr lang="it-IT" sz="1200" b="1" dirty="0">
              <a:solidFill>
                <a:schemeClr val="tx1"/>
              </a:solidFill>
            </a:endParaRPr>
          </a:p>
        </p:txBody>
      </p:sp>
    </p:spTree>
    <p:extLst>
      <p:ext uri="{BB962C8B-B14F-4D97-AF65-F5344CB8AC3E}">
        <p14:creationId xmlns:p14="http://schemas.microsoft.com/office/powerpoint/2010/main" val="19909758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1: Inizio</a:t>
            </a:r>
          </a:p>
        </p:txBody>
      </p:sp>
      <p:pic>
        <p:nvPicPr>
          <p:cNvPr id="9" name="Immagine 8">
            <a:extLst>
              <a:ext uri="{FF2B5EF4-FFF2-40B4-BE49-F238E27FC236}">
                <a16:creationId xmlns:a16="http://schemas.microsoft.com/office/drawing/2014/main" id="{49E5B22C-8D84-442B-BF89-D2F02FB201E0}"/>
              </a:ext>
            </a:extLst>
          </p:cNvPr>
          <p:cNvPicPr>
            <a:picLocks noChangeAspect="1"/>
          </p:cNvPicPr>
          <p:nvPr/>
        </p:nvPicPr>
        <p:blipFill rotWithShape="1">
          <a:blip r:embed="rId7"/>
          <a:srcRect t="12642" b="6636"/>
          <a:stretch/>
        </p:blipFill>
        <p:spPr>
          <a:xfrm>
            <a:off x="272707" y="1342149"/>
            <a:ext cx="4188476" cy="1901794"/>
          </a:xfrm>
          <a:prstGeom prst="rect">
            <a:avLst/>
          </a:prstGeom>
          <a:ln>
            <a:noFill/>
          </a:ln>
          <a:effectLst>
            <a:outerShdw blurRad="190500" algn="tl" rotWithShape="0">
              <a:srgbClr val="000000">
                <a:alpha val="70000"/>
              </a:srgbClr>
            </a:outerShdw>
          </a:effectLst>
        </p:spPr>
      </p:pic>
      <p:sp>
        <p:nvSpPr>
          <p:cNvPr id="15" name="Rettangolo 14">
            <a:extLst>
              <a:ext uri="{FF2B5EF4-FFF2-40B4-BE49-F238E27FC236}">
                <a16:creationId xmlns:a16="http://schemas.microsoft.com/office/drawing/2014/main" id="{8830DDFB-0717-4D64-A397-F605D30A33E1}"/>
              </a:ext>
            </a:extLst>
          </p:cNvPr>
          <p:cNvSpPr/>
          <p:nvPr/>
        </p:nvSpPr>
        <p:spPr>
          <a:xfrm>
            <a:off x="723115" y="3865112"/>
            <a:ext cx="7697769" cy="164349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Cliccando sul box «offerte recenti» è possibile recuperare un’offerta in stato: bozza, definitiva, non firmata, firmata. L’applicativo ti riporterà allo stato dell’offerta. </a:t>
            </a:r>
          </a:p>
          <a:p>
            <a:pPr algn="ctr"/>
            <a:r>
              <a:rPr lang="it-IT" sz="1400" b="1" dirty="0">
                <a:solidFill>
                  <a:schemeClr val="tx1"/>
                </a:solidFill>
              </a:rPr>
              <a:t>Se nello stato Bozza si può tornare indietro e modificare lo step 1, oppure modificare il carrello e andare avanti allo step 3</a:t>
            </a:r>
          </a:p>
          <a:p>
            <a:pPr algn="ctr"/>
            <a:r>
              <a:rPr lang="it-IT" sz="1400" b="1" dirty="0">
                <a:solidFill>
                  <a:schemeClr val="tx1"/>
                </a:solidFill>
              </a:rPr>
              <a:t>Se è nello stato Definitiva o Firmata si può creare una copia e modificarla</a:t>
            </a:r>
          </a:p>
          <a:p>
            <a:pPr algn="ctr"/>
            <a:r>
              <a:rPr lang="it-IT" sz="1400" b="1" dirty="0">
                <a:solidFill>
                  <a:schemeClr val="tx1"/>
                </a:solidFill>
              </a:rPr>
              <a:t>Se è nello stato Non Firmato è possibile modificare i dati dello step 4</a:t>
            </a:r>
          </a:p>
        </p:txBody>
      </p:sp>
      <p:pic>
        <p:nvPicPr>
          <p:cNvPr id="16" name="Immagine 15">
            <a:extLst>
              <a:ext uri="{FF2B5EF4-FFF2-40B4-BE49-F238E27FC236}">
                <a16:creationId xmlns:a16="http://schemas.microsoft.com/office/drawing/2014/main" id="{11D24199-9D8F-4ADD-8FCD-2ACB6B9F3913}"/>
              </a:ext>
            </a:extLst>
          </p:cNvPr>
          <p:cNvPicPr>
            <a:picLocks noChangeAspect="1"/>
          </p:cNvPicPr>
          <p:nvPr/>
        </p:nvPicPr>
        <p:blipFill rotWithShape="1">
          <a:blip r:embed="rId8"/>
          <a:srcRect t="12540" r="1429" b="9428"/>
          <a:stretch/>
        </p:blipFill>
        <p:spPr>
          <a:xfrm>
            <a:off x="4734014" y="1342149"/>
            <a:ext cx="4270849" cy="190179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36920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2093103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2: Configuratore</a:t>
            </a:r>
          </a:p>
        </p:txBody>
      </p:sp>
      <p:sp>
        <p:nvSpPr>
          <p:cNvPr id="6" name="Rettangolo 5">
            <a:extLst>
              <a:ext uri="{FF2B5EF4-FFF2-40B4-BE49-F238E27FC236}">
                <a16:creationId xmlns:a16="http://schemas.microsoft.com/office/drawing/2014/main" id="{16D3F5AC-DB6C-45F6-996E-080917E3C5B7}"/>
              </a:ext>
            </a:extLst>
          </p:cNvPr>
          <p:cNvSpPr/>
          <p:nvPr/>
        </p:nvSpPr>
        <p:spPr>
          <a:xfrm>
            <a:off x="142935" y="1053246"/>
            <a:ext cx="2037557" cy="67883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Selezionare Categoria Prodotto: </a:t>
            </a:r>
            <a:r>
              <a:rPr lang="it-IT" sz="1400" dirty="0">
                <a:solidFill>
                  <a:schemeClr val="tx1"/>
                </a:solidFill>
              </a:rPr>
              <a:t>Energia – Gas – </a:t>
            </a:r>
            <a:endParaRPr lang="it-IT" sz="1400" dirty="0">
              <a:solidFill>
                <a:srgbClr val="FF0000"/>
              </a:solidFill>
            </a:endParaRPr>
          </a:p>
        </p:txBody>
      </p:sp>
      <p:sp>
        <p:nvSpPr>
          <p:cNvPr id="20" name="Rettangolo 19">
            <a:extLst>
              <a:ext uri="{FF2B5EF4-FFF2-40B4-BE49-F238E27FC236}">
                <a16:creationId xmlns:a16="http://schemas.microsoft.com/office/drawing/2014/main" id="{6A84FF10-EBE7-43B9-8F3C-5B8F4D9222C3}"/>
              </a:ext>
            </a:extLst>
          </p:cNvPr>
          <p:cNvSpPr/>
          <p:nvPr/>
        </p:nvSpPr>
        <p:spPr>
          <a:xfrm>
            <a:off x="437070" y="2292416"/>
            <a:ext cx="1553980" cy="137590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Selezionare tipo Prodotto: </a:t>
            </a:r>
            <a:r>
              <a:rPr lang="it-IT" sz="1400" dirty="0">
                <a:solidFill>
                  <a:schemeClr val="tx1"/>
                </a:solidFill>
              </a:rPr>
              <a:t>Oltre il fisso, Borsa Più, Smart Gas, </a:t>
            </a:r>
            <a:r>
              <a:rPr lang="it-IT" sz="1400" dirty="0" err="1">
                <a:solidFill>
                  <a:schemeClr val="tx1"/>
                </a:solidFill>
              </a:rPr>
              <a:t>etc</a:t>
            </a:r>
            <a:endParaRPr lang="it-IT" sz="1400" dirty="0">
              <a:solidFill>
                <a:schemeClr val="tx1"/>
              </a:solidFill>
            </a:endParaRPr>
          </a:p>
        </p:txBody>
      </p:sp>
      <p:sp>
        <p:nvSpPr>
          <p:cNvPr id="30" name="Rettangolo 29">
            <a:extLst>
              <a:ext uri="{FF2B5EF4-FFF2-40B4-BE49-F238E27FC236}">
                <a16:creationId xmlns:a16="http://schemas.microsoft.com/office/drawing/2014/main" id="{08D6387B-91D2-4BA3-9327-0CD515F3631E}"/>
              </a:ext>
            </a:extLst>
          </p:cNvPr>
          <p:cNvSpPr/>
          <p:nvPr/>
        </p:nvSpPr>
        <p:spPr>
          <a:xfrm>
            <a:off x="282075" y="4275636"/>
            <a:ext cx="1863969" cy="137590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Per PMI, selezionare Listino:</a:t>
            </a:r>
          </a:p>
          <a:p>
            <a:pPr algn="ctr"/>
            <a:r>
              <a:rPr lang="it-IT" sz="1400" dirty="0">
                <a:solidFill>
                  <a:schemeClr val="tx1"/>
                </a:solidFill>
              </a:rPr>
              <a:t>Light, Light Plus, …</a:t>
            </a:r>
          </a:p>
        </p:txBody>
      </p:sp>
      <p:sp>
        <p:nvSpPr>
          <p:cNvPr id="33" name="Rettangolo 32">
            <a:extLst>
              <a:ext uri="{FF2B5EF4-FFF2-40B4-BE49-F238E27FC236}">
                <a16:creationId xmlns:a16="http://schemas.microsoft.com/office/drawing/2014/main" id="{683B178E-F368-4C26-86B4-9A8F3D32FF07}"/>
              </a:ext>
            </a:extLst>
          </p:cNvPr>
          <p:cNvSpPr/>
          <p:nvPr/>
        </p:nvSpPr>
        <p:spPr>
          <a:xfrm>
            <a:off x="6403894" y="171647"/>
            <a:ext cx="2409092" cy="566907"/>
          </a:xfrm>
          <a:prstGeom prst="rect">
            <a:avLst/>
          </a:prstGeom>
          <a:solidFill>
            <a:schemeClr val="bg2"/>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Selezionare Eventuali Opzioni: </a:t>
            </a:r>
          </a:p>
          <a:p>
            <a:pPr algn="ctr"/>
            <a:r>
              <a:rPr lang="it-IT" sz="1400" dirty="0">
                <a:solidFill>
                  <a:schemeClr val="tx1"/>
                </a:solidFill>
              </a:rPr>
              <a:t>Last Call, Energia Pulita o campagne</a:t>
            </a:r>
          </a:p>
        </p:txBody>
      </p:sp>
      <p:pic>
        <p:nvPicPr>
          <p:cNvPr id="9" name="Immagine 8">
            <a:extLst>
              <a:ext uri="{FF2B5EF4-FFF2-40B4-BE49-F238E27FC236}">
                <a16:creationId xmlns:a16="http://schemas.microsoft.com/office/drawing/2014/main" id="{884B2894-D184-42B9-A4F1-EF7D6C0345FE}"/>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 t="3128" r="340"/>
          <a:stretch/>
        </p:blipFill>
        <p:spPr>
          <a:xfrm>
            <a:off x="2889467" y="1392666"/>
            <a:ext cx="5841933" cy="4258872"/>
          </a:xfrm>
          <a:prstGeom prst="rect">
            <a:avLst/>
          </a:prstGeom>
          <a:ln>
            <a:noFill/>
          </a:ln>
          <a:effectLst>
            <a:outerShdw blurRad="190500" algn="tl" rotWithShape="0">
              <a:srgbClr val="000000">
                <a:alpha val="70000"/>
              </a:srgbClr>
            </a:outerShdw>
          </a:effectLst>
        </p:spPr>
      </p:pic>
      <p:cxnSp>
        <p:nvCxnSpPr>
          <p:cNvPr id="16" name="Connettore 2 15">
            <a:extLst>
              <a:ext uri="{FF2B5EF4-FFF2-40B4-BE49-F238E27FC236}">
                <a16:creationId xmlns:a16="http://schemas.microsoft.com/office/drawing/2014/main" id="{A3999F0C-5B22-48EC-B9D9-0D30E47A0C02}"/>
              </a:ext>
            </a:extLst>
          </p:cNvPr>
          <p:cNvCxnSpPr>
            <a:cxnSpLocks/>
          </p:cNvCxnSpPr>
          <p:nvPr/>
        </p:nvCxnSpPr>
        <p:spPr>
          <a:xfrm>
            <a:off x="2180492" y="1392666"/>
            <a:ext cx="1305603" cy="564047"/>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a:extLst>
              <a:ext uri="{FF2B5EF4-FFF2-40B4-BE49-F238E27FC236}">
                <a16:creationId xmlns:a16="http://schemas.microsoft.com/office/drawing/2014/main" id="{C3BA6027-2FFC-4340-8E96-764AD45C9B1A}"/>
              </a:ext>
            </a:extLst>
          </p:cNvPr>
          <p:cNvCxnSpPr>
            <a:cxnSpLocks/>
          </p:cNvCxnSpPr>
          <p:nvPr/>
        </p:nvCxnSpPr>
        <p:spPr>
          <a:xfrm>
            <a:off x="1991050" y="2962064"/>
            <a:ext cx="898417" cy="1699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ttore 2 20">
            <a:extLst>
              <a:ext uri="{FF2B5EF4-FFF2-40B4-BE49-F238E27FC236}">
                <a16:creationId xmlns:a16="http://schemas.microsoft.com/office/drawing/2014/main" id="{72F15542-1CF3-4F18-8B18-DCEC1EE2E1BC}"/>
              </a:ext>
            </a:extLst>
          </p:cNvPr>
          <p:cNvCxnSpPr>
            <a:cxnSpLocks/>
          </p:cNvCxnSpPr>
          <p:nvPr/>
        </p:nvCxnSpPr>
        <p:spPr>
          <a:xfrm flipV="1">
            <a:off x="2072053" y="4911968"/>
            <a:ext cx="1562687" cy="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ttore 2 22">
            <a:extLst>
              <a:ext uri="{FF2B5EF4-FFF2-40B4-BE49-F238E27FC236}">
                <a16:creationId xmlns:a16="http://schemas.microsoft.com/office/drawing/2014/main" id="{4C1116F3-9937-4BA9-A68D-AA2F8A979C8F}"/>
              </a:ext>
            </a:extLst>
          </p:cNvPr>
          <p:cNvCxnSpPr>
            <a:cxnSpLocks/>
          </p:cNvCxnSpPr>
          <p:nvPr/>
        </p:nvCxnSpPr>
        <p:spPr>
          <a:xfrm>
            <a:off x="8565845" y="738554"/>
            <a:ext cx="0" cy="103314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5" name="Rettangolo 4">
            <a:extLst>
              <a:ext uri="{FF2B5EF4-FFF2-40B4-BE49-F238E27FC236}">
                <a16:creationId xmlns:a16="http://schemas.microsoft.com/office/drawing/2014/main" id="{84D4650E-66D8-F2DB-3E3E-6A9A99D84724}"/>
              </a:ext>
            </a:extLst>
          </p:cNvPr>
          <p:cNvSpPr>
            <a:spLocks noGrp="1" noRot="1" noMove="1" noResize="1" noEditPoints="1" noAdjustHandles="1" noChangeArrowheads="1" noChangeShapeType="1"/>
          </p:cNvSpPr>
          <p:nvPr/>
        </p:nvSpPr>
        <p:spPr>
          <a:xfrm>
            <a:off x="3790950" y="2609851"/>
            <a:ext cx="1257301" cy="335220"/>
          </a:xfrm>
          <a:prstGeom prst="rect">
            <a:avLst/>
          </a:prstGeom>
          <a:solidFill>
            <a:schemeClr val="bg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dirty="0">
              <a:solidFill>
                <a:schemeClr val="tx1"/>
              </a:solidFill>
            </a:endParaRPr>
          </a:p>
        </p:txBody>
      </p:sp>
    </p:spTree>
    <p:extLst>
      <p:ext uri="{BB962C8B-B14F-4D97-AF65-F5344CB8AC3E}">
        <p14:creationId xmlns:p14="http://schemas.microsoft.com/office/powerpoint/2010/main" val="2550203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CA03E3C3-01C8-FB70-37B8-642B38B86BE0}"/>
              </a:ext>
            </a:extLst>
          </p:cNvPr>
          <p:cNvPicPr>
            <a:picLocks noChangeAspect="1"/>
          </p:cNvPicPr>
          <p:nvPr/>
        </p:nvPicPr>
        <p:blipFill>
          <a:blip r:embed="rId5"/>
          <a:stretch>
            <a:fillRect/>
          </a:stretch>
        </p:blipFill>
        <p:spPr>
          <a:xfrm>
            <a:off x="217914" y="864212"/>
            <a:ext cx="5102833" cy="3388025"/>
          </a:xfrm>
          <a:prstGeom prst="rect">
            <a:avLst/>
          </a:prstGeom>
        </p:spPr>
      </p:pic>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146154310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6" imgW="270" imgH="270" progId="TCLayout.ActiveDocument.1">
                  <p:embed/>
                </p:oleObj>
              </mc:Choice>
              <mc:Fallback>
                <p:oleObj name="Diapositiva think-cell" r:id="rId6" imgW="270" imgH="270" progId="TCLayout.ActiveDocument.1">
                  <p:embed/>
                  <p:pic>
                    <p:nvPicPr>
                      <p:cNvPr id="3" name="Oggetto 2"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2: Configuratore</a:t>
            </a:r>
          </a:p>
        </p:txBody>
      </p:sp>
      <p:sp>
        <p:nvSpPr>
          <p:cNvPr id="33" name="Rettangolo 32">
            <a:extLst>
              <a:ext uri="{FF2B5EF4-FFF2-40B4-BE49-F238E27FC236}">
                <a16:creationId xmlns:a16="http://schemas.microsoft.com/office/drawing/2014/main" id="{683B178E-F368-4C26-86B4-9A8F3D32FF07}"/>
              </a:ext>
            </a:extLst>
          </p:cNvPr>
          <p:cNvSpPr/>
          <p:nvPr/>
        </p:nvSpPr>
        <p:spPr>
          <a:xfrm>
            <a:off x="4791811" y="864212"/>
            <a:ext cx="2628962" cy="68891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Carrello ancora Incompleto. </a:t>
            </a:r>
          </a:p>
          <a:p>
            <a:pPr algn="ctr"/>
            <a:r>
              <a:rPr lang="it-IT" sz="1400" dirty="0">
                <a:solidFill>
                  <a:schemeClr val="tx1"/>
                </a:solidFill>
              </a:rPr>
              <a:t>Devo ancora selezionare il profilo (se presente)</a:t>
            </a:r>
          </a:p>
        </p:txBody>
      </p:sp>
      <p:sp>
        <p:nvSpPr>
          <p:cNvPr id="32" name="Rettangolo 31">
            <a:extLst>
              <a:ext uri="{FF2B5EF4-FFF2-40B4-BE49-F238E27FC236}">
                <a16:creationId xmlns:a16="http://schemas.microsoft.com/office/drawing/2014/main" id="{7175BD11-687A-4701-9507-C300A1883329}"/>
              </a:ext>
            </a:extLst>
          </p:cNvPr>
          <p:cNvSpPr/>
          <p:nvPr/>
        </p:nvSpPr>
        <p:spPr>
          <a:xfrm>
            <a:off x="1478080" y="4465853"/>
            <a:ext cx="1467852" cy="912864"/>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Carrello OK </a:t>
            </a:r>
          </a:p>
        </p:txBody>
      </p:sp>
      <p:cxnSp>
        <p:nvCxnSpPr>
          <p:cNvPr id="17" name="Connettore 2 16">
            <a:extLst>
              <a:ext uri="{FF2B5EF4-FFF2-40B4-BE49-F238E27FC236}">
                <a16:creationId xmlns:a16="http://schemas.microsoft.com/office/drawing/2014/main" id="{0A574669-D9C9-4F42-8507-154E29CCB108}"/>
              </a:ext>
            </a:extLst>
          </p:cNvPr>
          <p:cNvCxnSpPr>
            <a:cxnSpLocks/>
          </p:cNvCxnSpPr>
          <p:nvPr/>
        </p:nvCxnSpPr>
        <p:spPr>
          <a:xfrm flipH="1">
            <a:off x="1478080" y="650596"/>
            <a:ext cx="3557137" cy="338577"/>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8" name="Immagine 7">
            <a:extLst>
              <a:ext uri="{FF2B5EF4-FFF2-40B4-BE49-F238E27FC236}">
                <a16:creationId xmlns:a16="http://schemas.microsoft.com/office/drawing/2014/main" id="{4E411284-8823-05B0-378C-2025DC1AC32D}"/>
              </a:ext>
            </a:extLst>
          </p:cNvPr>
          <p:cNvPicPr>
            <a:picLocks noChangeAspect="1"/>
          </p:cNvPicPr>
          <p:nvPr/>
        </p:nvPicPr>
        <p:blipFill>
          <a:blip r:embed="rId8"/>
          <a:stretch>
            <a:fillRect/>
          </a:stretch>
        </p:blipFill>
        <p:spPr>
          <a:xfrm>
            <a:off x="3611508" y="2859635"/>
            <a:ext cx="5201478" cy="3530172"/>
          </a:xfrm>
          <a:prstGeom prst="rect">
            <a:avLst/>
          </a:prstGeom>
        </p:spPr>
      </p:pic>
      <p:cxnSp>
        <p:nvCxnSpPr>
          <p:cNvPr id="20" name="Connettore 2 19">
            <a:extLst>
              <a:ext uri="{FF2B5EF4-FFF2-40B4-BE49-F238E27FC236}">
                <a16:creationId xmlns:a16="http://schemas.microsoft.com/office/drawing/2014/main" id="{AD07BCD8-1011-4E11-80E7-38D91D222D7B}"/>
              </a:ext>
            </a:extLst>
          </p:cNvPr>
          <p:cNvCxnSpPr>
            <a:cxnSpLocks/>
          </p:cNvCxnSpPr>
          <p:nvPr/>
        </p:nvCxnSpPr>
        <p:spPr>
          <a:xfrm flipV="1">
            <a:off x="2537791" y="3036437"/>
            <a:ext cx="1913665" cy="153904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65386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8752058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2: Configuratore</a:t>
            </a:r>
          </a:p>
        </p:txBody>
      </p:sp>
      <p:sp>
        <p:nvSpPr>
          <p:cNvPr id="33" name="Rettangolo 32">
            <a:extLst>
              <a:ext uri="{FF2B5EF4-FFF2-40B4-BE49-F238E27FC236}">
                <a16:creationId xmlns:a16="http://schemas.microsoft.com/office/drawing/2014/main" id="{683B178E-F368-4C26-86B4-9A8F3D32FF07}"/>
              </a:ext>
            </a:extLst>
          </p:cNvPr>
          <p:cNvSpPr/>
          <p:nvPr/>
        </p:nvSpPr>
        <p:spPr>
          <a:xfrm>
            <a:off x="6311880" y="2279297"/>
            <a:ext cx="2628962" cy="99916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Aggiungere  un Punto : Seleziona la Categoria Prodotto (Energia o Gas) del punto che si vuole aggiungere</a:t>
            </a:r>
          </a:p>
        </p:txBody>
      </p:sp>
      <p:sp>
        <p:nvSpPr>
          <p:cNvPr id="12" name="Rettangolo 11">
            <a:extLst>
              <a:ext uri="{FF2B5EF4-FFF2-40B4-BE49-F238E27FC236}">
                <a16:creationId xmlns:a16="http://schemas.microsoft.com/office/drawing/2014/main" id="{9DDE0BB7-5927-47A5-B291-BB2027A74DC0}"/>
              </a:ext>
            </a:extLst>
          </p:cNvPr>
          <p:cNvSpPr/>
          <p:nvPr/>
        </p:nvSpPr>
        <p:spPr>
          <a:xfrm>
            <a:off x="487225" y="5509500"/>
            <a:ext cx="7697769" cy="746334"/>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L’app riesce a gestire fino </a:t>
            </a:r>
            <a:r>
              <a:rPr lang="it-IT" sz="1400" b="1">
                <a:solidFill>
                  <a:schemeClr val="tx1"/>
                </a:solidFill>
              </a:rPr>
              <a:t>a 50 </a:t>
            </a:r>
            <a:r>
              <a:rPr lang="it-IT" sz="1400" b="1" dirty="0">
                <a:solidFill>
                  <a:schemeClr val="tx1"/>
                </a:solidFill>
              </a:rPr>
              <a:t>punti  </a:t>
            </a:r>
          </a:p>
        </p:txBody>
      </p:sp>
      <p:pic>
        <p:nvPicPr>
          <p:cNvPr id="7" name="Immagine 6">
            <a:extLst>
              <a:ext uri="{FF2B5EF4-FFF2-40B4-BE49-F238E27FC236}">
                <a16:creationId xmlns:a16="http://schemas.microsoft.com/office/drawing/2014/main" id="{E974EB55-15CF-D178-E3E0-4239D4CB43D4}"/>
              </a:ext>
            </a:extLst>
          </p:cNvPr>
          <p:cNvPicPr>
            <a:picLocks noChangeAspect="1"/>
          </p:cNvPicPr>
          <p:nvPr/>
        </p:nvPicPr>
        <p:blipFill>
          <a:blip r:embed="rId7"/>
          <a:stretch>
            <a:fillRect/>
          </a:stretch>
        </p:blipFill>
        <p:spPr>
          <a:xfrm>
            <a:off x="487225" y="1113204"/>
            <a:ext cx="5519531" cy="4037186"/>
          </a:xfrm>
          <a:prstGeom prst="rect">
            <a:avLst/>
          </a:prstGeom>
        </p:spPr>
      </p:pic>
      <p:cxnSp>
        <p:nvCxnSpPr>
          <p:cNvPr id="9" name="Connettore 2 8">
            <a:extLst>
              <a:ext uri="{FF2B5EF4-FFF2-40B4-BE49-F238E27FC236}">
                <a16:creationId xmlns:a16="http://schemas.microsoft.com/office/drawing/2014/main" id="{4C7BE96A-462F-40CF-B8BF-91BCB90EC925}"/>
              </a:ext>
            </a:extLst>
          </p:cNvPr>
          <p:cNvCxnSpPr>
            <a:cxnSpLocks/>
          </p:cNvCxnSpPr>
          <p:nvPr/>
        </p:nvCxnSpPr>
        <p:spPr>
          <a:xfrm flipH="1" flipV="1">
            <a:off x="1361483" y="1329909"/>
            <a:ext cx="5045943" cy="118800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621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2: Configuratore</a:t>
            </a:r>
          </a:p>
        </p:txBody>
      </p:sp>
      <p:sp>
        <p:nvSpPr>
          <p:cNvPr id="33" name="Rettangolo 32">
            <a:extLst>
              <a:ext uri="{FF2B5EF4-FFF2-40B4-BE49-F238E27FC236}">
                <a16:creationId xmlns:a16="http://schemas.microsoft.com/office/drawing/2014/main" id="{683B178E-F368-4C26-86B4-9A8F3D32FF07}"/>
              </a:ext>
            </a:extLst>
          </p:cNvPr>
          <p:cNvSpPr/>
          <p:nvPr/>
        </p:nvSpPr>
        <p:spPr>
          <a:xfrm>
            <a:off x="6060735" y="5246814"/>
            <a:ext cx="2628962" cy="68891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Eliminare un Punto: </a:t>
            </a:r>
            <a:r>
              <a:rPr lang="it-IT" sz="1400" dirty="0">
                <a:solidFill>
                  <a:schemeClr val="tx1"/>
                </a:solidFill>
              </a:rPr>
              <a:t>clicco sulla x e clicco su «rimuovi»</a:t>
            </a:r>
          </a:p>
        </p:txBody>
      </p:sp>
      <p:pic>
        <p:nvPicPr>
          <p:cNvPr id="7" name="Immagine 6">
            <a:extLst>
              <a:ext uri="{FF2B5EF4-FFF2-40B4-BE49-F238E27FC236}">
                <a16:creationId xmlns:a16="http://schemas.microsoft.com/office/drawing/2014/main" id="{561A45D5-161F-33B5-0489-D0822A45FD24}"/>
              </a:ext>
            </a:extLst>
          </p:cNvPr>
          <p:cNvPicPr>
            <a:picLocks noChangeAspect="1"/>
          </p:cNvPicPr>
          <p:nvPr/>
        </p:nvPicPr>
        <p:blipFill>
          <a:blip r:embed="rId7"/>
          <a:stretch>
            <a:fillRect/>
          </a:stretch>
        </p:blipFill>
        <p:spPr>
          <a:xfrm>
            <a:off x="238538" y="1107506"/>
            <a:ext cx="6261653" cy="3666618"/>
          </a:xfrm>
          <a:prstGeom prst="rect">
            <a:avLst/>
          </a:prstGeom>
        </p:spPr>
      </p:pic>
      <p:cxnSp>
        <p:nvCxnSpPr>
          <p:cNvPr id="9" name="Connettore 2 8">
            <a:extLst>
              <a:ext uri="{FF2B5EF4-FFF2-40B4-BE49-F238E27FC236}">
                <a16:creationId xmlns:a16="http://schemas.microsoft.com/office/drawing/2014/main" id="{4C7BE96A-462F-40CF-B8BF-91BCB90EC925}"/>
              </a:ext>
            </a:extLst>
          </p:cNvPr>
          <p:cNvCxnSpPr>
            <a:cxnSpLocks/>
          </p:cNvCxnSpPr>
          <p:nvPr/>
        </p:nvCxnSpPr>
        <p:spPr>
          <a:xfrm flipH="1" flipV="1">
            <a:off x="2835965" y="2034209"/>
            <a:ext cx="3224770" cy="353718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2470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12524690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236974" y="255142"/>
            <a:ext cx="8670051" cy="369322"/>
          </a:xfrm>
        </p:spPr>
        <p:txBody>
          <a:bodyPr vert="horz" wrap="square" lIns="91429" tIns="45715" rIns="91429" bIns="45715" rtlCol="0" anchor="t" anchorCtr="0">
            <a:spAutoFit/>
          </a:bodyPr>
          <a:lstStyle/>
          <a:p>
            <a:r>
              <a:rPr lang="it-IT" b="0" dirty="0"/>
              <a:t>Offerta su Misura – Step 2: Configuratore – OPZIONE CAMPAGNA</a:t>
            </a:r>
          </a:p>
        </p:txBody>
      </p:sp>
      <p:sp>
        <p:nvSpPr>
          <p:cNvPr id="33" name="Rettangolo 32">
            <a:extLst>
              <a:ext uri="{FF2B5EF4-FFF2-40B4-BE49-F238E27FC236}">
                <a16:creationId xmlns:a16="http://schemas.microsoft.com/office/drawing/2014/main" id="{683B178E-F368-4C26-86B4-9A8F3D32FF07}"/>
              </a:ext>
            </a:extLst>
          </p:cNvPr>
          <p:cNvSpPr/>
          <p:nvPr/>
        </p:nvSpPr>
        <p:spPr>
          <a:xfrm>
            <a:off x="1419225" y="5295302"/>
            <a:ext cx="6921774" cy="881977"/>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Opzione Campagne: </a:t>
            </a:r>
            <a:r>
              <a:rPr lang="it-IT" sz="1400" dirty="0">
                <a:solidFill>
                  <a:schemeClr val="tx1"/>
                </a:solidFill>
              </a:rPr>
              <a:t>nel caso in cui il contratto che si sta caricando prevede una </a:t>
            </a:r>
            <a:r>
              <a:rPr lang="it-IT" sz="1400" b="1" dirty="0">
                <a:solidFill>
                  <a:schemeClr val="tx1"/>
                </a:solidFill>
              </a:rPr>
              <a:t>«Campagna» </a:t>
            </a:r>
            <a:r>
              <a:rPr lang="it-IT" sz="1400" dirty="0">
                <a:solidFill>
                  <a:schemeClr val="tx1"/>
                </a:solidFill>
              </a:rPr>
              <a:t>concordata con il proprio Area Manager sarà possibile selezionarla. </a:t>
            </a:r>
            <a:r>
              <a:rPr lang="it-IT" sz="1400" dirty="0">
                <a:solidFill>
                  <a:srgbClr val="FF0000"/>
                </a:solidFill>
              </a:rPr>
              <a:t>ATTENZIONE: E’ SUFFICIENTE E  ALTAMENTE CONSIGLIATO INSERIRE LA CAMPAGNA SOLO SUL PRIMO PUNTO INSERITO, LA CAMPAGMA COMUNQUE ANDRA’ SULL’INTERO CONTRATTO. </a:t>
            </a:r>
          </a:p>
        </p:txBody>
      </p:sp>
      <p:pic>
        <p:nvPicPr>
          <p:cNvPr id="8" name="Immagine 7">
            <a:extLst>
              <a:ext uri="{FF2B5EF4-FFF2-40B4-BE49-F238E27FC236}">
                <a16:creationId xmlns:a16="http://schemas.microsoft.com/office/drawing/2014/main" id="{7905FC42-F211-43B7-BB25-30E5F5AEB2B7}"/>
              </a:ext>
            </a:extLst>
          </p:cNvPr>
          <p:cNvPicPr>
            <a:picLocks noChangeAspect="1"/>
          </p:cNvPicPr>
          <p:nvPr/>
        </p:nvPicPr>
        <p:blipFill rotWithShape="1">
          <a:blip r:embed="rId7"/>
          <a:srcRect l="588" t="13026" r="2640" b="8826"/>
          <a:stretch/>
        </p:blipFill>
        <p:spPr>
          <a:xfrm>
            <a:off x="873733" y="1138866"/>
            <a:ext cx="7208454" cy="3274460"/>
          </a:xfrm>
          <a:prstGeom prst="rect">
            <a:avLst/>
          </a:prstGeom>
          <a:ln>
            <a:noFill/>
          </a:ln>
          <a:effectLst>
            <a:outerShdw blurRad="190500" algn="tl" rotWithShape="0">
              <a:srgbClr val="000000">
                <a:alpha val="70000"/>
              </a:srgbClr>
            </a:outerShdw>
          </a:effectLst>
        </p:spPr>
      </p:pic>
      <p:cxnSp>
        <p:nvCxnSpPr>
          <p:cNvPr id="10" name="Connettore 2 9">
            <a:extLst>
              <a:ext uri="{FF2B5EF4-FFF2-40B4-BE49-F238E27FC236}">
                <a16:creationId xmlns:a16="http://schemas.microsoft.com/office/drawing/2014/main" id="{A42AA0AC-FFF8-4921-96DD-5D8BC2904800}"/>
              </a:ext>
            </a:extLst>
          </p:cNvPr>
          <p:cNvCxnSpPr>
            <a:cxnSpLocks/>
          </p:cNvCxnSpPr>
          <p:nvPr/>
        </p:nvCxnSpPr>
        <p:spPr>
          <a:xfrm flipV="1">
            <a:off x="6848475" y="3151551"/>
            <a:ext cx="1047250" cy="214375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2647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3D5D892C-28BF-436E-2E82-05C2B5680409}"/>
              </a:ext>
            </a:extLst>
          </p:cNvPr>
          <p:cNvPicPr>
            <a:picLocks noChangeAspect="1"/>
          </p:cNvPicPr>
          <p:nvPr/>
        </p:nvPicPr>
        <p:blipFill>
          <a:blip r:embed="rId5"/>
          <a:stretch>
            <a:fillRect/>
          </a:stretch>
        </p:blipFill>
        <p:spPr>
          <a:xfrm>
            <a:off x="322960" y="1740592"/>
            <a:ext cx="8678105" cy="3560278"/>
          </a:xfrm>
          <a:prstGeom prst="rect">
            <a:avLst/>
          </a:prstGeom>
        </p:spPr>
      </p:pic>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89346982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6" imgW="270" imgH="270" progId="TCLayout.ActiveDocument.1">
                  <p:embed/>
                </p:oleObj>
              </mc:Choice>
              <mc:Fallback>
                <p:oleObj name="Diapositiva think-cell" r:id="rId6" imgW="270" imgH="270" progId="TCLayout.ActiveDocument.1">
                  <p:embed/>
                  <p:pic>
                    <p:nvPicPr>
                      <p:cNvPr id="3" name="Oggetto 2"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POD/</a:t>
            </a:r>
            <a:r>
              <a:rPr lang="it-IT" b="0" dirty="0" err="1"/>
              <a:t>PdR</a:t>
            </a:r>
            <a:endParaRPr lang="it-IT" b="0" dirty="0"/>
          </a:p>
        </p:txBody>
      </p:sp>
      <p:sp>
        <p:nvSpPr>
          <p:cNvPr id="6" name="Rettangolo 5">
            <a:extLst>
              <a:ext uri="{FF2B5EF4-FFF2-40B4-BE49-F238E27FC236}">
                <a16:creationId xmlns:a16="http://schemas.microsoft.com/office/drawing/2014/main" id="{16D3F5AC-DB6C-45F6-996E-080917E3C5B7}"/>
              </a:ext>
            </a:extLst>
          </p:cNvPr>
          <p:cNvSpPr/>
          <p:nvPr/>
        </p:nvSpPr>
        <p:spPr>
          <a:xfrm>
            <a:off x="3369619" y="3912937"/>
            <a:ext cx="1756202" cy="1004155"/>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Dati di fornitura mancanti. Cliccare e inserire i dati relativi a POD/</a:t>
            </a:r>
            <a:r>
              <a:rPr lang="it-IT" sz="1400" b="1" dirty="0" err="1">
                <a:solidFill>
                  <a:schemeClr val="tx1"/>
                </a:solidFill>
              </a:rPr>
              <a:t>PdR</a:t>
            </a:r>
            <a:endParaRPr lang="it-IT" sz="1400" b="1" dirty="0">
              <a:solidFill>
                <a:schemeClr val="tx1"/>
              </a:solidFill>
            </a:endParaRPr>
          </a:p>
        </p:txBody>
      </p:sp>
      <p:cxnSp>
        <p:nvCxnSpPr>
          <p:cNvPr id="13" name="Connettore 2 12">
            <a:extLst>
              <a:ext uri="{FF2B5EF4-FFF2-40B4-BE49-F238E27FC236}">
                <a16:creationId xmlns:a16="http://schemas.microsoft.com/office/drawing/2014/main" id="{9324F93F-E63C-4925-A9FF-1155BB0C72B0}"/>
              </a:ext>
            </a:extLst>
          </p:cNvPr>
          <p:cNvCxnSpPr>
            <a:cxnSpLocks/>
          </p:cNvCxnSpPr>
          <p:nvPr/>
        </p:nvCxnSpPr>
        <p:spPr>
          <a:xfrm flipH="1" flipV="1">
            <a:off x="1216881" y="3273178"/>
            <a:ext cx="2152738" cy="868126"/>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08A0564A-3C65-4504-A18E-8BE69A6B178A}"/>
              </a:ext>
            </a:extLst>
          </p:cNvPr>
          <p:cNvCxnSpPr>
            <a:cxnSpLocks/>
          </p:cNvCxnSpPr>
          <p:nvPr/>
        </p:nvCxnSpPr>
        <p:spPr>
          <a:xfrm flipH="1">
            <a:off x="1390484" y="4214191"/>
            <a:ext cx="2075464" cy="10883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027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3326192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POD – Punto Power</a:t>
            </a:r>
          </a:p>
        </p:txBody>
      </p:sp>
      <p:sp>
        <p:nvSpPr>
          <p:cNvPr id="12" name="Rettangolo 11">
            <a:extLst>
              <a:ext uri="{FF2B5EF4-FFF2-40B4-BE49-F238E27FC236}">
                <a16:creationId xmlns:a16="http://schemas.microsoft.com/office/drawing/2014/main" id="{84409D40-D520-4852-99EF-7DD4DECDEECA}"/>
              </a:ext>
            </a:extLst>
          </p:cNvPr>
          <p:cNvSpPr/>
          <p:nvPr/>
        </p:nvSpPr>
        <p:spPr>
          <a:xfrm>
            <a:off x="77372" y="3017521"/>
            <a:ext cx="1028413" cy="2348230"/>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chemeClr val="tx1"/>
                </a:solidFill>
              </a:rPr>
              <a:t>E’ possibile caricare uno switch, un nuovo allaccio una riattivazione</a:t>
            </a:r>
          </a:p>
          <a:p>
            <a:pPr algn="ctr"/>
            <a:r>
              <a:rPr lang="it-IT" sz="1000" b="1" dirty="0">
                <a:solidFill>
                  <a:schemeClr val="tx1"/>
                </a:solidFill>
              </a:rPr>
              <a:t>(valgono le stesse regole/logiche di compilazione di Space) e uno switching con voltura</a:t>
            </a:r>
            <a:endParaRPr lang="it-IT" sz="1000" dirty="0">
              <a:solidFill>
                <a:schemeClr val="tx1"/>
              </a:solidFill>
            </a:endParaRPr>
          </a:p>
        </p:txBody>
      </p:sp>
      <p:pic>
        <p:nvPicPr>
          <p:cNvPr id="9" name="Immagine 8">
            <a:extLst>
              <a:ext uri="{FF2B5EF4-FFF2-40B4-BE49-F238E27FC236}">
                <a16:creationId xmlns:a16="http://schemas.microsoft.com/office/drawing/2014/main" id="{76B55108-D67E-4805-A8AB-CA737855FC70}"/>
              </a:ext>
            </a:extLst>
          </p:cNvPr>
          <p:cNvPicPr>
            <a:picLocks noChangeAspect="1"/>
          </p:cNvPicPr>
          <p:nvPr/>
        </p:nvPicPr>
        <p:blipFill rotWithShape="1">
          <a:blip r:embed="rId7"/>
          <a:srcRect l="26665" t="17216" r="26994" b="31869"/>
          <a:stretch/>
        </p:blipFill>
        <p:spPr bwMode="auto">
          <a:xfrm>
            <a:off x="2513949" y="1541030"/>
            <a:ext cx="5851574" cy="361645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cxnSp>
        <p:nvCxnSpPr>
          <p:cNvPr id="10" name="Connettore 2 9">
            <a:extLst>
              <a:ext uri="{FF2B5EF4-FFF2-40B4-BE49-F238E27FC236}">
                <a16:creationId xmlns:a16="http://schemas.microsoft.com/office/drawing/2014/main" id="{0DE49263-2F52-4973-8C55-ADC8FD1E0AF5}"/>
              </a:ext>
            </a:extLst>
          </p:cNvPr>
          <p:cNvCxnSpPr>
            <a:cxnSpLocks/>
          </p:cNvCxnSpPr>
          <p:nvPr/>
        </p:nvCxnSpPr>
        <p:spPr>
          <a:xfrm flipV="1">
            <a:off x="1010093" y="2808514"/>
            <a:ext cx="1602478" cy="54074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22057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6030563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tipo di operazione «Switching con voltura» (1/2)</a:t>
            </a:r>
          </a:p>
        </p:txBody>
      </p:sp>
      <p:sp>
        <p:nvSpPr>
          <p:cNvPr id="12" name="Rettangolo 11">
            <a:extLst>
              <a:ext uri="{FF2B5EF4-FFF2-40B4-BE49-F238E27FC236}">
                <a16:creationId xmlns:a16="http://schemas.microsoft.com/office/drawing/2014/main" id="{84409D40-D520-4852-99EF-7DD4DECDEECA}"/>
              </a:ext>
            </a:extLst>
          </p:cNvPr>
          <p:cNvSpPr/>
          <p:nvPr/>
        </p:nvSpPr>
        <p:spPr>
          <a:xfrm>
            <a:off x="1383659" y="962288"/>
            <a:ext cx="1037325" cy="2466711"/>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chemeClr val="tx1"/>
                </a:solidFill>
              </a:rPr>
              <a:t>Con i nuovi sviluppi è possibile caricare uno «switching con voltura»</a:t>
            </a:r>
            <a:endParaRPr lang="it-IT" sz="1000" dirty="0">
              <a:solidFill>
                <a:schemeClr val="tx1"/>
              </a:solidFill>
            </a:endParaRPr>
          </a:p>
        </p:txBody>
      </p:sp>
      <p:pic>
        <p:nvPicPr>
          <p:cNvPr id="43" name="Immagine 42">
            <a:extLst>
              <a:ext uri="{FF2B5EF4-FFF2-40B4-BE49-F238E27FC236}">
                <a16:creationId xmlns:a16="http://schemas.microsoft.com/office/drawing/2014/main" id="{3731ABF9-38D7-469F-8794-A3AFE7011D41}"/>
              </a:ext>
            </a:extLst>
          </p:cNvPr>
          <p:cNvPicPr>
            <a:picLocks noChangeAspect="1"/>
          </p:cNvPicPr>
          <p:nvPr/>
        </p:nvPicPr>
        <p:blipFill rotWithShape="1">
          <a:blip r:embed="rId7"/>
          <a:srcRect l="26665" t="17216" r="26994" b="31869"/>
          <a:stretch/>
        </p:blipFill>
        <p:spPr bwMode="auto">
          <a:xfrm>
            <a:off x="3353705" y="1048855"/>
            <a:ext cx="3711105" cy="229357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cxnSp>
        <p:nvCxnSpPr>
          <p:cNvPr id="44" name="Connettore 2 43">
            <a:extLst>
              <a:ext uri="{FF2B5EF4-FFF2-40B4-BE49-F238E27FC236}">
                <a16:creationId xmlns:a16="http://schemas.microsoft.com/office/drawing/2014/main" id="{8E1C8B7F-A5E8-4301-A979-1DA50187C4B0}"/>
              </a:ext>
            </a:extLst>
          </p:cNvPr>
          <p:cNvCxnSpPr>
            <a:cxnSpLocks/>
          </p:cNvCxnSpPr>
          <p:nvPr/>
        </p:nvCxnSpPr>
        <p:spPr>
          <a:xfrm flipV="1">
            <a:off x="2011580" y="2090057"/>
            <a:ext cx="1496722" cy="87602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47" name="Immagine 46">
            <a:extLst>
              <a:ext uri="{FF2B5EF4-FFF2-40B4-BE49-F238E27FC236}">
                <a16:creationId xmlns:a16="http://schemas.microsoft.com/office/drawing/2014/main" id="{6BD02D59-D7C9-4119-926C-A8C4B2F9AB0A}"/>
              </a:ext>
            </a:extLst>
          </p:cNvPr>
          <p:cNvPicPr>
            <a:picLocks noChangeAspect="1"/>
          </p:cNvPicPr>
          <p:nvPr/>
        </p:nvPicPr>
        <p:blipFill rotWithShape="1">
          <a:blip r:embed="rId8"/>
          <a:srcRect l="14951" t="19018" r="15045" b="26970"/>
          <a:stretch/>
        </p:blipFill>
        <p:spPr bwMode="auto">
          <a:xfrm>
            <a:off x="692639" y="4007282"/>
            <a:ext cx="4713940" cy="204591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sp>
        <p:nvSpPr>
          <p:cNvPr id="49" name="Rettangolo 48">
            <a:extLst>
              <a:ext uri="{FF2B5EF4-FFF2-40B4-BE49-F238E27FC236}">
                <a16:creationId xmlns:a16="http://schemas.microsoft.com/office/drawing/2014/main" id="{979602F4-914B-49AB-97B1-87E3271657B3}"/>
              </a:ext>
            </a:extLst>
          </p:cNvPr>
          <p:cNvSpPr/>
          <p:nvPr/>
        </p:nvSpPr>
        <p:spPr>
          <a:xfrm>
            <a:off x="6029682" y="4007282"/>
            <a:ext cx="2713724" cy="2137086"/>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chemeClr val="tx1"/>
                </a:solidFill>
              </a:rPr>
              <a:t>Nel caso in cui venga scelta come tipo operazione «switching con voltura» è obbligatorio inserire la data a partire dalla quale il cliente vuole prevedere lo switch e la contestuale voltura. </a:t>
            </a:r>
          </a:p>
          <a:p>
            <a:pPr algn="ctr"/>
            <a:r>
              <a:rPr lang="it-IT" sz="1000" b="1" dirty="0">
                <a:solidFill>
                  <a:schemeClr val="tx1"/>
                </a:solidFill>
              </a:rPr>
              <a:t>La data minima che il cliente può scegliere è «data firma contratto + 7 giorni lavroativi2»</a:t>
            </a:r>
          </a:p>
          <a:p>
            <a:pPr algn="ctr"/>
            <a:r>
              <a:rPr lang="it-IT" sz="1000" b="1" dirty="0">
                <a:solidFill>
                  <a:schemeClr val="tx1"/>
                </a:solidFill>
              </a:rPr>
              <a:t>La data massima che il cliente può scegliere è «data firma contratto + 60 giorni solari»</a:t>
            </a:r>
          </a:p>
          <a:p>
            <a:pPr algn="ctr"/>
            <a:endParaRPr lang="it-IT" sz="1000" b="1" dirty="0">
              <a:solidFill>
                <a:schemeClr val="tx1"/>
              </a:solidFill>
            </a:endParaRPr>
          </a:p>
          <a:p>
            <a:pPr algn="ctr"/>
            <a:r>
              <a:rPr lang="it-IT" sz="1000" b="1" dirty="0">
                <a:solidFill>
                  <a:schemeClr val="tx1"/>
                </a:solidFill>
              </a:rPr>
              <a:t>Nella slide successiva un esempio pratico</a:t>
            </a:r>
            <a:endParaRPr lang="it-IT" sz="1000" dirty="0">
              <a:solidFill>
                <a:schemeClr val="tx1"/>
              </a:solidFill>
            </a:endParaRPr>
          </a:p>
        </p:txBody>
      </p:sp>
      <p:cxnSp>
        <p:nvCxnSpPr>
          <p:cNvPr id="50" name="Connettore 2 49">
            <a:extLst>
              <a:ext uri="{FF2B5EF4-FFF2-40B4-BE49-F238E27FC236}">
                <a16:creationId xmlns:a16="http://schemas.microsoft.com/office/drawing/2014/main" id="{B2B395EA-D428-4854-9AA9-BC462652E385}"/>
              </a:ext>
            </a:extLst>
          </p:cNvPr>
          <p:cNvCxnSpPr>
            <a:cxnSpLocks/>
            <a:stCxn id="49" idx="1"/>
          </p:cNvCxnSpPr>
          <p:nvPr/>
        </p:nvCxnSpPr>
        <p:spPr>
          <a:xfrm flipH="1">
            <a:off x="5242560" y="5075825"/>
            <a:ext cx="787122" cy="36703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6485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178374536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tipo di operazione «Switching con voltura» (2/2)</a:t>
            </a:r>
          </a:p>
        </p:txBody>
      </p:sp>
      <p:sp>
        <p:nvSpPr>
          <p:cNvPr id="12" name="Rettangolo 11">
            <a:extLst>
              <a:ext uri="{FF2B5EF4-FFF2-40B4-BE49-F238E27FC236}">
                <a16:creationId xmlns:a16="http://schemas.microsoft.com/office/drawing/2014/main" id="{84409D40-D520-4852-99EF-7DD4DECDEECA}"/>
              </a:ext>
            </a:extLst>
          </p:cNvPr>
          <p:cNvSpPr/>
          <p:nvPr/>
        </p:nvSpPr>
        <p:spPr>
          <a:xfrm>
            <a:off x="4985468" y="1081470"/>
            <a:ext cx="3157598" cy="1641747"/>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chemeClr val="tx1"/>
                </a:solidFill>
              </a:rPr>
              <a:t>Ipotizziamo come data di sottoscrizione del contratto il 27 ottobre:</a:t>
            </a:r>
          </a:p>
          <a:p>
            <a:pPr algn="ctr"/>
            <a:r>
              <a:rPr lang="it-IT" sz="1000" b="1" dirty="0">
                <a:solidFill>
                  <a:schemeClr val="tx1"/>
                </a:solidFill>
              </a:rPr>
              <a:t>L’app darà come data minima il 5 novembre </a:t>
            </a:r>
            <a:endParaRPr lang="it-IT" sz="1000" dirty="0">
              <a:solidFill>
                <a:schemeClr val="tx1"/>
              </a:solidFill>
            </a:endParaRPr>
          </a:p>
        </p:txBody>
      </p:sp>
      <p:pic>
        <p:nvPicPr>
          <p:cNvPr id="19" name="Immagine 18">
            <a:extLst>
              <a:ext uri="{FF2B5EF4-FFF2-40B4-BE49-F238E27FC236}">
                <a16:creationId xmlns:a16="http://schemas.microsoft.com/office/drawing/2014/main" id="{6001A4B7-0814-4AC9-A1AE-BFC4779BFB89}"/>
              </a:ext>
            </a:extLst>
          </p:cNvPr>
          <p:cNvPicPr>
            <a:picLocks noChangeAspect="1"/>
          </p:cNvPicPr>
          <p:nvPr/>
        </p:nvPicPr>
        <p:blipFill rotWithShape="1">
          <a:blip r:embed="rId7"/>
          <a:srcRect l="22017" t="7563" r="20884" b="6060"/>
          <a:stretch/>
        </p:blipFill>
        <p:spPr bwMode="auto">
          <a:xfrm>
            <a:off x="399556" y="969955"/>
            <a:ext cx="2726454" cy="200217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cxnSp>
        <p:nvCxnSpPr>
          <p:cNvPr id="24" name="Connettore 2 23">
            <a:extLst>
              <a:ext uri="{FF2B5EF4-FFF2-40B4-BE49-F238E27FC236}">
                <a16:creationId xmlns:a16="http://schemas.microsoft.com/office/drawing/2014/main" id="{8249B021-CCAB-4C82-B8BA-473BE7CA3688}"/>
              </a:ext>
            </a:extLst>
          </p:cNvPr>
          <p:cNvCxnSpPr>
            <a:cxnSpLocks/>
          </p:cNvCxnSpPr>
          <p:nvPr/>
        </p:nvCxnSpPr>
        <p:spPr>
          <a:xfrm flipH="1">
            <a:off x="2822714" y="1767923"/>
            <a:ext cx="2162754" cy="62794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25" name="Immagine 24" descr="Immagine che contiene testo, screenshot, interni&#10;&#10;Descrizione generata automaticamente">
            <a:extLst>
              <a:ext uri="{FF2B5EF4-FFF2-40B4-BE49-F238E27FC236}">
                <a16:creationId xmlns:a16="http://schemas.microsoft.com/office/drawing/2014/main" id="{9EE0F3A6-1A1D-4367-8714-56D39819BA1A}"/>
              </a:ext>
            </a:extLst>
          </p:cNvPr>
          <p:cNvPicPr>
            <a:picLocks noChangeAspect="1"/>
          </p:cNvPicPr>
          <p:nvPr/>
        </p:nvPicPr>
        <p:blipFill rotWithShape="1">
          <a:blip r:embed="rId8"/>
          <a:srcRect l="20525" t="9951" r="23275" b="27554"/>
          <a:stretch/>
        </p:blipFill>
        <p:spPr bwMode="auto">
          <a:xfrm>
            <a:off x="5472488" y="3282381"/>
            <a:ext cx="2862137" cy="179018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cxnSp>
        <p:nvCxnSpPr>
          <p:cNvPr id="27" name="Connettore 2 26">
            <a:extLst>
              <a:ext uri="{FF2B5EF4-FFF2-40B4-BE49-F238E27FC236}">
                <a16:creationId xmlns:a16="http://schemas.microsoft.com/office/drawing/2014/main" id="{2A0598CF-4566-4F22-AB3B-9CEF71EC633C}"/>
              </a:ext>
            </a:extLst>
          </p:cNvPr>
          <p:cNvCxnSpPr>
            <a:cxnSpLocks/>
          </p:cNvCxnSpPr>
          <p:nvPr/>
        </p:nvCxnSpPr>
        <p:spPr>
          <a:xfrm flipV="1">
            <a:off x="3671513" y="4072467"/>
            <a:ext cx="2356754" cy="19778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8" name="Rettangolo 27">
            <a:extLst>
              <a:ext uri="{FF2B5EF4-FFF2-40B4-BE49-F238E27FC236}">
                <a16:creationId xmlns:a16="http://schemas.microsoft.com/office/drawing/2014/main" id="{DEB1EF5F-CCCE-4EA6-BD88-F20E798F757D}"/>
              </a:ext>
            </a:extLst>
          </p:cNvPr>
          <p:cNvSpPr/>
          <p:nvPr/>
        </p:nvSpPr>
        <p:spPr>
          <a:xfrm>
            <a:off x="528102" y="3313910"/>
            <a:ext cx="3157598" cy="1641747"/>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chemeClr val="tx1"/>
                </a:solidFill>
              </a:rPr>
              <a:t>Ipotizziamo come data di sottoscrizione del contratto il 27 ottobre:</a:t>
            </a:r>
          </a:p>
          <a:p>
            <a:pPr algn="ctr"/>
            <a:r>
              <a:rPr lang="it-IT" sz="1000" b="1" dirty="0">
                <a:solidFill>
                  <a:schemeClr val="tx1"/>
                </a:solidFill>
              </a:rPr>
              <a:t>L’app darà come data massima il 26 dicembre</a:t>
            </a:r>
            <a:endParaRPr lang="it-IT" sz="1000" dirty="0">
              <a:solidFill>
                <a:schemeClr val="tx1"/>
              </a:solidFill>
            </a:endParaRPr>
          </a:p>
        </p:txBody>
      </p:sp>
      <p:sp>
        <p:nvSpPr>
          <p:cNvPr id="13" name="Rettangolo 12">
            <a:extLst>
              <a:ext uri="{FF2B5EF4-FFF2-40B4-BE49-F238E27FC236}">
                <a16:creationId xmlns:a16="http://schemas.microsoft.com/office/drawing/2014/main" id="{4A3D561C-AFD0-4567-9BB5-B9CBCF822D81}"/>
              </a:ext>
            </a:extLst>
          </p:cNvPr>
          <p:cNvSpPr/>
          <p:nvPr/>
        </p:nvSpPr>
        <p:spPr>
          <a:xfrm>
            <a:off x="299500" y="5487395"/>
            <a:ext cx="8670051" cy="75051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rgbClr val="FF0000"/>
                </a:solidFill>
              </a:rPr>
              <a:t>IMPORTANTE: in fase di generazione PDF allo step 4, l’app effettuerà un ulteriore controllo sulla validità della data inserita, se questa non rispetta le regole evidenziate sarà richiesto l’inserimento di una nuova data valida</a:t>
            </a:r>
            <a:r>
              <a:rPr lang="it-IT" sz="1000" b="1" dirty="0">
                <a:solidFill>
                  <a:schemeClr val="tx1"/>
                </a:solidFill>
              </a:rPr>
              <a:t> </a:t>
            </a:r>
            <a:endParaRPr lang="it-IT" sz="1000" dirty="0">
              <a:solidFill>
                <a:schemeClr val="tx1"/>
              </a:solidFill>
            </a:endParaRPr>
          </a:p>
        </p:txBody>
      </p:sp>
    </p:spTree>
    <p:extLst>
      <p:ext uri="{BB962C8B-B14F-4D97-AF65-F5344CB8AC3E}">
        <p14:creationId xmlns:p14="http://schemas.microsoft.com/office/powerpoint/2010/main" val="700498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POD – Punto Power</a:t>
            </a:r>
          </a:p>
        </p:txBody>
      </p:sp>
      <p:sp>
        <p:nvSpPr>
          <p:cNvPr id="12" name="Rettangolo 11">
            <a:extLst>
              <a:ext uri="{FF2B5EF4-FFF2-40B4-BE49-F238E27FC236}">
                <a16:creationId xmlns:a16="http://schemas.microsoft.com/office/drawing/2014/main" id="{84409D40-D520-4852-99EF-7DD4DECDEECA}"/>
              </a:ext>
            </a:extLst>
          </p:cNvPr>
          <p:cNvSpPr/>
          <p:nvPr/>
        </p:nvSpPr>
        <p:spPr>
          <a:xfrm>
            <a:off x="544286" y="4857976"/>
            <a:ext cx="6984728" cy="813566"/>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2000" b="1" i="1" dirty="0">
                <a:solidFill>
                  <a:schemeClr val="tx1"/>
                </a:solidFill>
              </a:rPr>
              <a:t>Step 1</a:t>
            </a:r>
            <a:r>
              <a:rPr lang="it-IT" b="1" i="1" dirty="0">
                <a:solidFill>
                  <a:schemeClr val="tx1"/>
                </a:solidFill>
              </a:rPr>
              <a:t>  </a:t>
            </a:r>
            <a:r>
              <a:rPr lang="it-IT" sz="1000" b="1" dirty="0">
                <a:solidFill>
                  <a:schemeClr val="tx1"/>
                </a:solidFill>
              </a:rPr>
              <a:t> Inserire Tipologia Indirizzo: </a:t>
            </a:r>
            <a:r>
              <a:rPr lang="it-IT" sz="1000" dirty="0">
                <a:solidFill>
                  <a:schemeClr val="tx1"/>
                </a:solidFill>
              </a:rPr>
              <a:t>«Via, Viale, Piazza, …», </a:t>
            </a:r>
            <a:r>
              <a:rPr lang="it-IT" sz="1000" b="1" dirty="0">
                <a:solidFill>
                  <a:schemeClr val="tx1"/>
                </a:solidFill>
              </a:rPr>
              <a:t>Indirizzo, Numero Civico  (</a:t>
            </a:r>
            <a:r>
              <a:rPr lang="it-IT" sz="1000" dirty="0">
                <a:solidFill>
                  <a:schemeClr val="tx1"/>
                </a:solidFill>
              </a:rPr>
              <a:t>se non esiste numero civico inserire «</a:t>
            </a:r>
            <a:r>
              <a:rPr lang="it-IT" sz="1000" b="1" dirty="0">
                <a:solidFill>
                  <a:schemeClr val="tx1"/>
                </a:solidFill>
              </a:rPr>
              <a:t>snc»), estensione </a:t>
            </a:r>
            <a:r>
              <a:rPr lang="it-IT" sz="1000" dirty="0">
                <a:solidFill>
                  <a:schemeClr val="tx1"/>
                </a:solidFill>
              </a:rPr>
              <a:t>(es. scala)</a:t>
            </a:r>
            <a:r>
              <a:rPr lang="it-IT" sz="1000" b="1" dirty="0">
                <a:solidFill>
                  <a:schemeClr val="tx1"/>
                </a:solidFill>
              </a:rPr>
              <a:t>, Località.</a:t>
            </a:r>
          </a:p>
          <a:p>
            <a:pPr algn="ctr"/>
            <a:endParaRPr lang="it-IT" sz="1000" b="1" dirty="0">
              <a:solidFill>
                <a:schemeClr val="tx1"/>
              </a:solidFill>
            </a:endParaRPr>
          </a:p>
        </p:txBody>
      </p:sp>
      <p:pic>
        <p:nvPicPr>
          <p:cNvPr id="6" name="Immagine 5">
            <a:extLst>
              <a:ext uri="{FF2B5EF4-FFF2-40B4-BE49-F238E27FC236}">
                <a16:creationId xmlns:a16="http://schemas.microsoft.com/office/drawing/2014/main" id="{8AB7080F-CF86-4182-B96E-32140AAD26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4286" y="909636"/>
            <a:ext cx="6984728" cy="3579673"/>
          </a:xfrm>
          <a:prstGeom prst="rect">
            <a:avLst/>
          </a:prstGeom>
          <a:ln>
            <a:noFill/>
          </a:ln>
          <a:effectLst>
            <a:outerShdw blurRad="190500" algn="tl" rotWithShape="0">
              <a:srgbClr val="000000">
                <a:alpha val="70000"/>
              </a:srgbClr>
            </a:outerShdw>
          </a:effectLst>
        </p:spPr>
      </p:pic>
      <p:sp>
        <p:nvSpPr>
          <p:cNvPr id="15" name="Rettangolo 14">
            <a:extLst>
              <a:ext uri="{FF2B5EF4-FFF2-40B4-BE49-F238E27FC236}">
                <a16:creationId xmlns:a16="http://schemas.microsoft.com/office/drawing/2014/main" id="{1D06359F-61A4-4E70-8A64-DC82A43C15F6}"/>
              </a:ext>
            </a:extLst>
          </p:cNvPr>
          <p:cNvSpPr/>
          <p:nvPr/>
        </p:nvSpPr>
        <p:spPr>
          <a:xfrm>
            <a:off x="7402286" y="1934805"/>
            <a:ext cx="1507792" cy="1393186"/>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100" b="1" i="1" dirty="0">
                <a:solidFill>
                  <a:schemeClr val="tx1"/>
                </a:solidFill>
              </a:rPr>
              <a:t>STEP 2</a:t>
            </a:r>
            <a:r>
              <a:rPr lang="it-IT" sz="1100" dirty="0">
                <a:solidFill>
                  <a:schemeClr val="tx1"/>
                </a:solidFill>
              </a:rPr>
              <a:t>. Una volta inserito l’indirizzo bisogna procedere con la normalizzazione </a:t>
            </a:r>
            <a:r>
              <a:rPr lang="it-IT" sz="1100" dirty="0" err="1">
                <a:solidFill>
                  <a:schemeClr val="tx1"/>
                </a:solidFill>
              </a:rPr>
              <a:t>flaggando</a:t>
            </a:r>
            <a:r>
              <a:rPr lang="it-IT" sz="1100" dirty="0">
                <a:solidFill>
                  <a:schemeClr val="tx1"/>
                </a:solidFill>
              </a:rPr>
              <a:t> il tasto «normalizza indirizzo»</a:t>
            </a:r>
          </a:p>
        </p:txBody>
      </p:sp>
      <p:cxnSp>
        <p:nvCxnSpPr>
          <p:cNvPr id="16" name="Connettore 2 15">
            <a:extLst>
              <a:ext uri="{FF2B5EF4-FFF2-40B4-BE49-F238E27FC236}">
                <a16:creationId xmlns:a16="http://schemas.microsoft.com/office/drawing/2014/main" id="{74314888-B3B5-4EDE-9612-23549B5F14F0}"/>
              </a:ext>
            </a:extLst>
          </p:cNvPr>
          <p:cNvCxnSpPr>
            <a:cxnSpLocks/>
          </p:cNvCxnSpPr>
          <p:nvPr/>
        </p:nvCxnSpPr>
        <p:spPr>
          <a:xfrm flipH="1" flipV="1">
            <a:off x="5976803" y="1704975"/>
            <a:ext cx="1425483" cy="636596"/>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7" name="Rettangolo 16">
            <a:extLst>
              <a:ext uri="{FF2B5EF4-FFF2-40B4-BE49-F238E27FC236}">
                <a16:creationId xmlns:a16="http://schemas.microsoft.com/office/drawing/2014/main" id="{09EC6BF1-C77E-4B43-B778-4A3F24B28172}"/>
              </a:ext>
            </a:extLst>
          </p:cNvPr>
          <p:cNvSpPr/>
          <p:nvPr/>
        </p:nvSpPr>
        <p:spPr>
          <a:xfrm>
            <a:off x="2085984" y="1504190"/>
            <a:ext cx="3819510" cy="1479848"/>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dirty="0">
              <a:solidFill>
                <a:schemeClr val="tx1"/>
              </a:solidFill>
            </a:endParaRPr>
          </a:p>
        </p:txBody>
      </p:sp>
      <p:cxnSp>
        <p:nvCxnSpPr>
          <p:cNvPr id="18" name="Connettore 2 17">
            <a:extLst>
              <a:ext uri="{FF2B5EF4-FFF2-40B4-BE49-F238E27FC236}">
                <a16:creationId xmlns:a16="http://schemas.microsoft.com/office/drawing/2014/main" id="{5BBD822C-75E7-49DF-AD00-E50ADDD0D99F}"/>
              </a:ext>
            </a:extLst>
          </p:cNvPr>
          <p:cNvCxnSpPr>
            <a:cxnSpLocks/>
          </p:cNvCxnSpPr>
          <p:nvPr/>
        </p:nvCxnSpPr>
        <p:spPr>
          <a:xfrm flipV="1">
            <a:off x="4036650" y="2984038"/>
            <a:ext cx="0" cy="1938076"/>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481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POD – Punto Power</a:t>
            </a:r>
          </a:p>
        </p:txBody>
      </p:sp>
      <p:sp>
        <p:nvSpPr>
          <p:cNvPr id="15" name="Rettangolo 14">
            <a:extLst>
              <a:ext uri="{FF2B5EF4-FFF2-40B4-BE49-F238E27FC236}">
                <a16:creationId xmlns:a16="http://schemas.microsoft.com/office/drawing/2014/main" id="{1D06359F-61A4-4E70-8A64-DC82A43C15F6}"/>
              </a:ext>
            </a:extLst>
          </p:cNvPr>
          <p:cNvSpPr/>
          <p:nvPr/>
        </p:nvSpPr>
        <p:spPr>
          <a:xfrm>
            <a:off x="7586246" y="2131903"/>
            <a:ext cx="1425483" cy="1144688"/>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rPr>
              <a:t>L’indirizzo è </a:t>
            </a:r>
            <a:r>
              <a:rPr lang="it-IT" sz="1000" dirty="0" err="1">
                <a:solidFill>
                  <a:schemeClr val="tx1"/>
                </a:solidFill>
              </a:rPr>
              <a:t>normalizzatto</a:t>
            </a:r>
            <a:r>
              <a:rPr lang="it-IT" sz="1000" dirty="0">
                <a:solidFill>
                  <a:schemeClr val="tx1"/>
                </a:solidFill>
              </a:rPr>
              <a:t> e si può andare avanti con la compilazione del contratto solo se il «puntatore» è verde</a:t>
            </a:r>
          </a:p>
        </p:txBody>
      </p:sp>
      <p:sp>
        <p:nvSpPr>
          <p:cNvPr id="17" name="Rettangolo 16">
            <a:extLst>
              <a:ext uri="{FF2B5EF4-FFF2-40B4-BE49-F238E27FC236}">
                <a16:creationId xmlns:a16="http://schemas.microsoft.com/office/drawing/2014/main" id="{09EC6BF1-C77E-4B43-B778-4A3F24B28172}"/>
              </a:ext>
            </a:extLst>
          </p:cNvPr>
          <p:cNvSpPr/>
          <p:nvPr/>
        </p:nvSpPr>
        <p:spPr>
          <a:xfrm>
            <a:off x="4746214" y="1740143"/>
            <a:ext cx="1488885" cy="485525"/>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dirty="0">
              <a:solidFill>
                <a:schemeClr val="tx1"/>
              </a:solidFill>
            </a:endParaRPr>
          </a:p>
        </p:txBody>
      </p:sp>
      <p:pic>
        <p:nvPicPr>
          <p:cNvPr id="9" name="Immagine 8">
            <a:extLst>
              <a:ext uri="{FF2B5EF4-FFF2-40B4-BE49-F238E27FC236}">
                <a16:creationId xmlns:a16="http://schemas.microsoft.com/office/drawing/2014/main" id="{1078AD02-DE1D-46C0-85A3-8AFCED8764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0920" y="952355"/>
            <a:ext cx="7103777" cy="3683439"/>
          </a:xfrm>
          <a:prstGeom prst="rect">
            <a:avLst/>
          </a:prstGeom>
          <a:ln>
            <a:noFill/>
          </a:ln>
          <a:effectLst>
            <a:outerShdw blurRad="190500" algn="tl" rotWithShape="0">
              <a:srgbClr val="000000">
                <a:alpha val="70000"/>
              </a:srgbClr>
            </a:outerShdw>
          </a:effectLst>
        </p:spPr>
      </p:pic>
      <p:cxnSp>
        <p:nvCxnSpPr>
          <p:cNvPr id="19" name="Connettore 2 18">
            <a:extLst>
              <a:ext uri="{FF2B5EF4-FFF2-40B4-BE49-F238E27FC236}">
                <a16:creationId xmlns:a16="http://schemas.microsoft.com/office/drawing/2014/main" id="{F8D3F3B0-AFFE-4F1C-80F6-217BD19F9A01}"/>
              </a:ext>
            </a:extLst>
          </p:cNvPr>
          <p:cNvCxnSpPr>
            <a:cxnSpLocks/>
          </p:cNvCxnSpPr>
          <p:nvPr/>
        </p:nvCxnSpPr>
        <p:spPr>
          <a:xfrm flipH="1" flipV="1">
            <a:off x="5729802" y="1824377"/>
            <a:ext cx="1856444" cy="815106"/>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918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E2E48A5E-2C0C-8ADD-5136-4E434E48E795}"/>
              </a:ext>
            </a:extLst>
          </p:cNvPr>
          <p:cNvPicPr>
            <a:picLocks noChangeAspect="1"/>
          </p:cNvPicPr>
          <p:nvPr/>
        </p:nvPicPr>
        <p:blipFill>
          <a:blip r:embed="rId5"/>
          <a:stretch>
            <a:fillRect/>
          </a:stretch>
        </p:blipFill>
        <p:spPr>
          <a:xfrm>
            <a:off x="3298587" y="2405298"/>
            <a:ext cx="5432265" cy="30147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8550931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6" imgW="270" imgH="270" progId="TCLayout.ActiveDocument.1">
                  <p:embed/>
                </p:oleObj>
              </mc:Choice>
              <mc:Fallback>
                <p:oleObj name="Diapositiva think-cell" r:id="rId6" imgW="270" imgH="270" progId="TCLayout.ActiveDocument.1">
                  <p:embed/>
                  <p:pic>
                    <p:nvPicPr>
                      <p:cNvPr id="3" name="Oggetto 2"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POD – Punto Power</a:t>
            </a:r>
            <a:endParaRPr lang="it-IT" b="0" i="1" dirty="0">
              <a:solidFill>
                <a:srgbClr val="FF0000"/>
              </a:solidFill>
            </a:endParaRPr>
          </a:p>
        </p:txBody>
      </p:sp>
      <p:sp>
        <p:nvSpPr>
          <p:cNvPr id="28" name="Rettangolo 27">
            <a:extLst>
              <a:ext uri="{FF2B5EF4-FFF2-40B4-BE49-F238E27FC236}">
                <a16:creationId xmlns:a16="http://schemas.microsoft.com/office/drawing/2014/main" id="{90325B86-8472-4E96-B1A1-E1FA6B8E5265}"/>
              </a:ext>
            </a:extLst>
          </p:cNvPr>
          <p:cNvSpPr/>
          <p:nvPr/>
        </p:nvSpPr>
        <p:spPr>
          <a:xfrm>
            <a:off x="235288" y="2878097"/>
            <a:ext cx="2494633" cy="1101806"/>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Energia Pulita.</a:t>
            </a:r>
          </a:p>
          <a:p>
            <a:pPr algn="ctr"/>
            <a:r>
              <a:rPr lang="it-IT" sz="1400" dirty="0">
                <a:solidFill>
                  <a:schemeClr val="tx1"/>
                </a:solidFill>
              </a:rPr>
              <a:t>Viene </a:t>
            </a:r>
            <a:r>
              <a:rPr lang="it-IT" sz="1400" dirty="0" err="1">
                <a:solidFill>
                  <a:schemeClr val="tx1"/>
                </a:solidFill>
              </a:rPr>
              <a:t>flaggato</a:t>
            </a:r>
            <a:r>
              <a:rPr lang="it-IT" sz="1400" dirty="0">
                <a:solidFill>
                  <a:schemeClr val="tx1"/>
                </a:solidFill>
              </a:rPr>
              <a:t> se l’ho selezionato nel carrello allo Step 2. Non è selezionabile da qui</a:t>
            </a:r>
          </a:p>
        </p:txBody>
      </p:sp>
      <p:sp>
        <p:nvSpPr>
          <p:cNvPr id="11" name="Rettangolo 10">
            <a:extLst>
              <a:ext uri="{FF2B5EF4-FFF2-40B4-BE49-F238E27FC236}">
                <a16:creationId xmlns:a16="http://schemas.microsoft.com/office/drawing/2014/main" id="{0F52086B-9B0A-43BE-B8A1-75EA5723AE71}"/>
              </a:ext>
            </a:extLst>
          </p:cNvPr>
          <p:cNvSpPr/>
          <p:nvPr/>
        </p:nvSpPr>
        <p:spPr>
          <a:xfrm>
            <a:off x="235289" y="1034190"/>
            <a:ext cx="2494633" cy="1101806"/>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Inserimento frequenza di fatturazione</a:t>
            </a:r>
            <a:endParaRPr lang="it-IT" sz="1400" dirty="0">
              <a:solidFill>
                <a:schemeClr val="tx1"/>
              </a:solidFill>
            </a:endParaRPr>
          </a:p>
        </p:txBody>
      </p:sp>
      <p:cxnSp>
        <p:nvCxnSpPr>
          <p:cNvPr id="12" name="Connettore 2 11">
            <a:extLst>
              <a:ext uri="{FF2B5EF4-FFF2-40B4-BE49-F238E27FC236}">
                <a16:creationId xmlns:a16="http://schemas.microsoft.com/office/drawing/2014/main" id="{FF17A875-34E8-4BDF-87CF-78565F98AEDE}"/>
              </a:ext>
            </a:extLst>
          </p:cNvPr>
          <p:cNvCxnSpPr>
            <a:cxnSpLocks/>
          </p:cNvCxnSpPr>
          <p:nvPr/>
        </p:nvCxnSpPr>
        <p:spPr>
          <a:xfrm>
            <a:off x="2761815" y="3539385"/>
            <a:ext cx="3221009" cy="54493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ttore 2 14">
            <a:extLst>
              <a:ext uri="{FF2B5EF4-FFF2-40B4-BE49-F238E27FC236}">
                <a16:creationId xmlns:a16="http://schemas.microsoft.com/office/drawing/2014/main" id="{F4BD0E72-B571-4057-92B8-F5422D6FCF38}"/>
              </a:ext>
            </a:extLst>
          </p:cNvPr>
          <p:cNvCxnSpPr>
            <a:cxnSpLocks/>
          </p:cNvCxnSpPr>
          <p:nvPr/>
        </p:nvCxnSpPr>
        <p:spPr>
          <a:xfrm>
            <a:off x="2729921" y="1643334"/>
            <a:ext cx="3284798" cy="1947569"/>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8" name="Rettangolo 7">
            <a:extLst>
              <a:ext uri="{FF2B5EF4-FFF2-40B4-BE49-F238E27FC236}">
                <a16:creationId xmlns:a16="http://schemas.microsoft.com/office/drawing/2014/main" id="{0010A4C8-6921-F218-153E-6109C450F517}"/>
              </a:ext>
            </a:extLst>
          </p:cNvPr>
          <p:cNvSpPr/>
          <p:nvPr/>
        </p:nvSpPr>
        <p:spPr>
          <a:xfrm>
            <a:off x="235288" y="4599241"/>
            <a:ext cx="2526527" cy="132878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Inserimento Accise: </a:t>
            </a:r>
            <a:r>
              <a:rPr lang="it-IT" sz="1400" dirty="0">
                <a:solidFill>
                  <a:schemeClr val="tx1"/>
                </a:solidFill>
              </a:rPr>
              <a:t>se viene selezionato «esenti» o «escluse», in automatico il sistema obbliga a compilare i dati aggiuntivi richiesti per i moduli che verranno generati</a:t>
            </a:r>
          </a:p>
        </p:txBody>
      </p:sp>
      <p:cxnSp>
        <p:nvCxnSpPr>
          <p:cNvPr id="14" name="Connettore 2 13">
            <a:extLst>
              <a:ext uri="{FF2B5EF4-FFF2-40B4-BE49-F238E27FC236}">
                <a16:creationId xmlns:a16="http://schemas.microsoft.com/office/drawing/2014/main" id="{B5458404-B25D-DFB4-C771-0A02A8DC8AA5}"/>
              </a:ext>
            </a:extLst>
          </p:cNvPr>
          <p:cNvCxnSpPr>
            <a:cxnSpLocks/>
          </p:cNvCxnSpPr>
          <p:nvPr/>
        </p:nvCxnSpPr>
        <p:spPr>
          <a:xfrm flipV="1">
            <a:off x="2729921" y="4375275"/>
            <a:ext cx="3284798" cy="73871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340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17531234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POD – Punto Power</a:t>
            </a:r>
          </a:p>
        </p:txBody>
      </p:sp>
      <p:sp>
        <p:nvSpPr>
          <p:cNvPr id="28" name="Rettangolo 27">
            <a:extLst>
              <a:ext uri="{FF2B5EF4-FFF2-40B4-BE49-F238E27FC236}">
                <a16:creationId xmlns:a16="http://schemas.microsoft.com/office/drawing/2014/main" id="{90325B86-8472-4E96-B1A1-E1FA6B8E5265}"/>
              </a:ext>
            </a:extLst>
          </p:cNvPr>
          <p:cNvSpPr/>
          <p:nvPr/>
        </p:nvSpPr>
        <p:spPr>
          <a:xfrm>
            <a:off x="6459785" y="1116534"/>
            <a:ext cx="2353201" cy="390030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Mercato di Provenienza. </a:t>
            </a:r>
          </a:p>
          <a:p>
            <a:pPr algn="ctr"/>
            <a:endParaRPr lang="it-IT" sz="1400" b="1" dirty="0">
              <a:solidFill>
                <a:schemeClr val="tx1"/>
              </a:solidFill>
            </a:endParaRPr>
          </a:p>
          <a:p>
            <a:pPr algn="ctr"/>
            <a:r>
              <a:rPr lang="it-IT" sz="1400" dirty="0">
                <a:solidFill>
                  <a:schemeClr val="tx1"/>
                </a:solidFill>
              </a:rPr>
              <a:t>Se Libero si apre il box in calce dove si deve selezionare Disdetta o Recesso. Se il punto è una BT non è necessario compilare nessun punto e si può procedere al salvataggio.</a:t>
            </a:r>
          </a:p>
          <a:p>
            <a:pPr algn="ctr"/>
            <a:endParaRPr lang="it-IT" sz="1400" dirty="0">
              <a:solidFill>
                <a:schemeClr val="tx1"/>
              </a:solidFill>
            </a:endParaRPr>
          </a:p>
          <a:p>
            <a:pPr algn="ctr"/>
            <a:r>
              <a:rPr lang="it-IT" sz="1400" dirty="0">
                <a:solidFill>
                  <a:schemeClr val="tx1"/>
                </a:solidFill>
              </a:rPr>
              <a:t>Si ricorda che le BT hanno il recesso a 1 mese, mentre per le MT in caso di Disdetta bisogna selezionare una data di fine mese. Il recesso per le MT varia a seconda che il  cliente ha in essere con il suo attuale Fornitore. </a:t>
            </a:r>
          </a:p>
        </p:txBody>
      </p:sp>
      <p:pic>
        <p:nvPicPr>
          <p:cNvPr id="9" name="Immagine 8">
            <a:extLst>
              <a:ext uri="{FF2B5EF4-FFF2-40B4-BE49-F238E27FC236}">
                <a16:creationId xmlns:a16="http://schemas.microsoft.com/office/drawing/2014/main" id="{2EEB2FDE-50E1-4443-BB85-623EFB83857A}"/>
              </a:ext>
            </a:extLst>
          </p:cNvPr>
          <p:cNvPicPr>
            <a:picLocks noChangeAspect="1"/>
          </p:cNvPicPr>
          <p:nvPr/>
        </p:nvPicPr>
        <p:blipFill rotWithShape="1">
          <a:blip r:embed="rId7"/>
          <a:srcRect l="20917" t="15927" r="21874" b="29629"/>
          <a:stretch/>
        </p:blipFill>
        <p:spPr>
          <a:xfrm>
            <a:off x="331014" y="1506855"/>
            <a:ext cx="5231130" cy="2800350"/>
          </a:xfrm>
          <a:prstGeom prst="rect">
            <a:avLst/>
          </a:prstGeom>
        </p:spPr>
      </p:pic>
      <p:cxnSp>
        <p:nvCxnSpPr>
          <p:cNvPr id="13" name="Connettore 2 12">
            <a:extLst>
              <a:ext uri="{FF2B5EF4-FFF2-40B4-BE49-F238E27FC236}">
                <a16:creationId xmlns:a16="http://schemas.microsoft.com/office/drawing/2014/main" id="{25FB0DB8-D417-43CC-A326-3F76A295A5E2}"/>
              </a:ext>
            </a:extLst>
          </p:cNvPr>
          <p:cNvCxnSpPr>
            <a:cxnSpLocks/>
          </p:cNvCxnSpPr>
          <p:nvPr/>
        </p:nvCxnSpPr>
        <p:spPr>
          <a:xfrm flipH="1">
            <a:off x="5257800" y="2286000"/>
            <a:ext cx="1201985" cy="99060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ttore 2 14">
            <a:extLst>
              <a:ext uri="{FF2B5EF4-FFF2-40B4-BE49-F238E27FC236}">
                <a16:creationId xmlns:a16="http://schemas.microsoft.com/office/drawing/2014/main" id="{903E68A9-ED09-44DD-A2AC-598B9716AE75}"/>
              </a:ext>
            </a:extLst>
          </p:cNvPr>
          <p:cNvCxnSpPr>
            <a:cxnSpLocks/>
          </p:cNvCxnSpPr>
          <p:nvPr/>
        </p:nvCxnSpPr>
        <p:spPr>
          <a:xfrm flipV="1">
            <a:off x="2181225" y="4410075"/>
            <a:ext cx="1133475" cy="49699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0" name="Rettangolo 19">
            <a:extLst>
              <a:ext uri="{FF2B5EF4-FFF2-40B4-BE49-F238E27FC236}">
                <a16:creationId xmlns:a16="http://schemas.microsoft.com/office/drawing/2014/main" id="{E7B88EC3-581A-47FA-9A43-3D0A3E88192B}"/>
              </a:ext>
            </a:extLst>
          </p:cNvPr>
          <p:cNvSpPr/>
          <p:nvPr/>
        </p:nvSpPr>
        <p:spPr>
          <a:xfrm>
            <a:off x="331014" y="4729472"/>
            <a:ext cx="1770797" cy="1496120"/>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Legittimo titolo sul Punto </a:t>
            </a:r>
          </a:p>
        </p:txBody>
      </p:sp>
    </p:spTree>
    <p:extLst>
      <p:ext uri="{BB962C8B-B14F-4D97-AF65-F5344CB8AC3E}">
        <p14:creationId xmlns:p14="http://schemas.microsoft.com/office/powerpoint/2010/main" val="19335336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164154276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POD/</a:t>
            </a:r>
            <a:r>
              <a:rPr lang="it-IT" b="0" dirty="0" err="1"/>
              <a:t>PdR</a:t>
            </a:r>
            <a:r>
              <a:rPr lang="it-IT" b="0" dirty="0"/>
              <a:t> – Punto Power</a:t>
            </a:r>
          </a:p>
        </p:txBody>
      </p:sp>
      <p:sp>
        <p:nvSpPr>
          <p:cNvPr id="28" name="Rettangolo 27">
            <a:extLst>
              <a:ext uri="{FF2B5EF4-FFF2-40B4-BE49-F238E27FC236}">
                <a16:creationId xmlns:a16="http://schemas.microsoft.com/office/drawing/2014/main" id="{90325B86-8472-4E96-B1A1-E1FA6B8E5265}"/>
              </a:ext>
            </a:extLst>
          </p:cNvPr>
          <p:cNvSpPr/>
          <p:nvPr/>
        </p:nvSpPr>
        <p:spPr>
          <a:xfrm>
            <a:off x="210738" y="2388782"/>
            <a:ext cx="2676700" cy="893474"/>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Dati di fornitura POD OK. </a:t>
            </a:r>
          </a:p>
          <a:p>
            <a:pPr algn="ctr"/>
            <a:r>
              <a:rPr lang="it-IT" sz="1400" dirty="0">
                <a:solidFill>
                  <a:schemeClr val="tx1"/>
                </a:solidFill>
              </a:rPr>
              <a:t>Passiamo a completare anche i dati relativi al </a:t>
            </a:r>
            <a:r>
              <a:rPr lang="it-IT" sz="1400" dirty="0" err="1">
                <a:solidFill>
                  <a:schemeClr val="tx1"/>
                </a:solidFill>
              </a:rPr>
              <a:t>PdR</a:t>
            </a:r>
            <a:r>
              <a:rPr lang="it-IT" sz="1400" dirty="0">
                <a:solidFill>
                  <a:schemeClr val="tx1"/>
                </a:solidFill>
              </a:rPr>
              <a:t>.</a:t>
            </a:r>
          </a:p>
        </p:txBody>
      </p:sp>
      <p:pic>
        <p:nvPicPr>
          <p:cNvPr id="6" name="Immagine 5">
            <a:extLst>
              <a:ext uri="{FF2B5EF4-FFF2-40B4-BE49-F238E27FC236}">
                <a16:creationId xmlns:a16="http://schemas.microsoft.com/office/drawing/2014/main" id="{EDF9DA4F-4FA9-4923-A66D-0AF318E9A13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869"/>
          <a:stretch/>
        </p:blipFill>
        <p:spPr>
          <a:xfrm>
            <a:off x="3418026" y="1092820"/>
            <a:ext cx="5394960" cy="4359290"/>
          </a:xfrm>
          <a:prstGeom prst="rect">
            <a:avLst/>
          </a:prstGeom>
          <a:ln>
            <a:noFill/>
          </a:ln>
          <a:effectLst>
            <a:outerShdw blurRad="190500" algn="tl" rotWithShape="0">
              <a:srgbClr val="000000">
                <a:alpha val="70000"/>
              </a:srgbClr>
            </a:outerShdw>
          </a:effectLst>
        </p:spPr>
      </p:pic>
      <p:cxnSp>
        <p:nvCxnSpPr>
          <p:cNvPr id="14" name="Connettore 2 13">
            <a:extLst>
              <a:ext uri="{FF2B5EF4-FFF2-40B4-BE49-F238E27FC236}">
                <a16:creationId xmlns:a16="http://schemas.microsoft.com/office/drawing/2014/main" id="{6BE9433C-FFE2-4C98-9856-5DA45001055F}"/>
              </a:ext>
            </a:extLst>
          </p:cNvPr>
          <p:cNvCxnSpPr>
            <a:cxnSpLocks/>
          </p:cNvCxnSpPr>
          <p:nvPr/>
        </p:nvCxnSpPr>
        <p:spPr>
          <a:xfrm>
            <a:off x="2887438" y="2835519"/>
            <a:ext cx="644432" cy="154217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ttore 2 14">
            <a:extLst>
              <a:ext uri="{FF2B5EF4-FFF2-40B4-BE49-F238E27FC236}">
                <a16:creationId xmlns:a16="http://schemas.microsoft.com/office/drawing/2014/main" id="{FAADADE8-ACFF-41EC-B2BA-F044487DD706}"/>
              </a:ext>
            </a:extLst>
          </p:cNvPr>
          <p:cNvCxnSpPr>
            <a:cxnSpLocks/>
          </p:cNvCxnSpPr>
          <p:nvPr/>
        </p:nvCxnSpPr>
        <p:spPr>
          <a:xfrm>
            <a:off x="2887438" y="2835519"/>
            <a:ext cx="644432" cy="59348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765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44279623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a:t>
            </a:r>
            <a:r>
              <a:rPr lang="it-IT" b="0" dirty="0" err="1"/>
              <a:t>PdR</a:t>
            </a:r>
            <a:r>
              <a:rPr lang="it-IT" b="0" dirty="0"/>
              <a:t> – Punto Gas</a:t>
            </a:r>
          </a:p>
        </p:txBody>
      </p:sp>
      <p:sp>
        <p:nvSpPr>
          <p:cNvPr id="12" name="Rettangolo 11">
            <a:extLst>
              <a:ext uri="{FF2B5EF4-FFF2-40B4-BE49-F238E27FC236}">
                <a16:creationId xmlns:a16="http://schemas.microsoft.com/office/drawing/2014/main" id="{84409D40-D520-4852-99EF-7DD4DECDEECA}"/>
              </a:ext>
            </a:extLst>
          </p:cNvPr>
          <p:cNvSpPr/>
          <p:nvPr/>
        </p:nvSpPr>
        <p:spPr>
          <a:xfrm>
            <a:off x="391698" y="3015927"/>
            <a:ext cx="884652" cy="2421254"/>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chemeClr val="tx1"/>
                </a:solidFill>
              </a:rPr>
              <a:t>Con i nuovi sviluppi è possibile caricare un nuovo allaccio o una riattivazione</a:t>
            </a:r>
          </a:p>
          <a:p>
            <a:pPr algn="ctr"/>
            <a:r>
              <a:rPr lang="it-IT" sz="1000" b="1" dirty="0">
                <a:solidFill>
                  <a:schemeClr val="tx1"/>
                </a:solidFill>
              </a:rPr>
              <a:t>(valgono le stesse regole/logiche di compilazione di Space)</a:t>
            </a:r>
            <a:endParaRPr lang="it-IT" sz="1000" dirty="0">
              <a:solidFill>
                <a:schemeClr val="tx1"/>
              </a:solidFill>
            </a:endParaRPr>
          </a:p>
        </p:txBody>
      </p:sp>
      <p:pic>
        <p:nvPicPr>
          <p:cNvPr id="7" name="Immagine 6">
            <a:extLst>
              <a:ext uri="{FF2B5EF4-FFF2-40B4-BE49-F238E27FC236}">
                <a16:creationId xmlns:a16="http://schemas.microsoft.com/office/drawing/2014/main" id="{DE89BF99-789E-41E9-B300-9FADFBD2C4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85925" y="945508"/>
            <a:ext cx="6942578" cy="4197991"/>
          </a:xfrm>
          <a:prstGeom prst="rect">
            <a:avLst/>
          </a:prstGeom>
        </p:spPr>
      </p:pic>
      <p:cxnSp>
        <p:nvCxnSpPr>
          <p:cNvPr id="10" name="Connettore 2 9">
            <a:extLst>
              <a:ext uri="{FF2B5EF4-FFF2-40B4-BE49-F238E27FC236}">
                <a16:creationId xmlns:a16="http://schemas.microsoft.com/office/drawing/2014/main" id="{E00529CF-3DA0-46FB-AD43-499EA156B2C4}"/>
              </a:ext>
            </a:extLst>
          </p:cNvPr>
          <p:cNvCxnSpPr>
            <a:cxnSpLocks/>
          </p:cNvCxnSpPr>
          <p:nvPr/>
        </p:nvCxnSpPr>
        <p:spPr>
          <a:xfrm flipV="1">
            <a:off x="1276350" y="2419351"/>
            <a:ext cx="1895475" cy="933449"/>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1802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17087856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a:t>
            </a:r>
            <a:r>
              <a:rPr lang="it-IT" b="0" dirty="0" err="1"/>
              <a:t>PdR</a:t>
            </a:r>
            <a:r>
              <a:rPr lang="it-IT" b="0" dirty="0"/>
              <a:t> – Punto GAS</a:t>
            </a:r>
          </a:p>
        </p:txBody>
      </p:sp>
      <p:sp>
        <p:nvSpPr>
          <p:cNvPr id="12" name="Rettangolo 11">
            <a:extLst>
              <a:ext uri="{FF2B5EF4-FFF2-40B4-BE49-F238E27FC236}">
                <a16:creationId xmlns:a16="http://schemas.microsoft.com/office/drawing/2014/main" id="{B495E573-F5A3-4D85-AABA-404D2D10C49C}"/>
              </a:ext>
            </a:extLst>
          </p:cNvPr>
          <p:cNvSpPr/>
          <p:nvPr/>
        </p:nvSpPr>
        <p:spPr>
          <a:xfrm>
            <a:off x="386191" y="5188180"/>
            <a:ext cx="2718959" cy="67263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Inserire i dati dell’attuale intestatario della fornitura</a:t>
            </a:r>
            <a:endParaRPr lang="it-IT" sz="1400" dirty="0">
              <a:solidFill>
                <a:schemeClr val="tx1"/>
              </a:solidFill>
            </a:endParaRPr>
          </a:p>
        </p:txBody>
      </p:sp>
      <p:pic>
        <p:nvPicPr>
          <p:cNvPr id="7" name="Immagine 6">
            <a:extLst>
              <a:ext uri="{FF2B5EF4-FFF2-40B4-BE49-F238E27FC236}">
                <a16:creationId xmlns:a16="http://schemas.microsoft.com/office/drawing/2014/main" id="{33B494BC-C311-E2CD-6E1E-996DD778E448}"/>
              </a:ext>
            </a:extLst>
          </p:cNvPr>
          <p:cNvPicPr>
            <a:picLocks noChangeAspect="1"/>
          </p:cNvPicPr>
          <p:nvPr/>
        </p:nvPicPr>
        <p:blipFill>
          <a:blip r:embed="rId7"/>
          <a:stretch>
            <a:fillRect/>
          </a:stretch>
        </p:blipFill>
        <p:spPr>
          <a:xfrm>
            <a:off x="1028922" y="1569372"/>
            <a:ext cx="7732643" cy="2727365"/>
          </a:xfrm>
          <a:prstGeom prst="rect">
            <a:avLst/>
          </a:prstGeom>
        </p:spPr>
      </p:pic>
      <p:cxnSp>
        <p:nvCxnSpPr>
          <p:cNvPr id="13" name="Connettore 2 12">
            <a:extLst>
              <a:ext uri="{FF2B5EF4-FFF2-40B4-BE49-F238E27FC236}">
                <a16:creationId xmlns:a16="http://schemas.microsoft.com/office/drawing/2014/main" id="{3BC971EA-269C-4356-B4BE-E6F9D47953E3}"/>
              </a:ext>
            </a:extLst>
          </p:cNvPr>
          <p:cNvCxnSpPr>
            <a:cxnSpLocks/>
          </p:cNvCxnSpPr>
          <p:nvPr/>
        </p:nvCxnSpPr>
        <p:spPr>
          <a:xfrm flipV="1">
            <a:off x="1866900" y="4296737"/>
            <a:ext cx="531743" cy="89144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1269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33591774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p:txBody>
          <a:bodyPr/>
          <a:lstStyle/>
          <a:p>
            <a:r>
              <a:rPr lang="it-IT" b="0" dirty="0"/>
              <a:t>Offerta su Misura – Step 3: Riepilogo e Dati Tecnici </a:t>
            </a:r>
            <a:r>
              <a:rPr lang="it-IT" b="0" dirty="0" err="1"/>
              <a:t>PdR</a:t>
            </a:r>
            <a:r>
              <a:rPr lang="it-IT" b="0" dirty="0"/>
              <a:t> – Punto GAS</a:t>
            </a:r>
          </a:p>
        </p:txBody>
      </p:sp>
      <p:sp>
        <p:nvSpPr>
          <p:cNvPr id="12" name="Rettangolo 11">
            <a:extLst>
              <a:ext uri="{FF2B5EF4-FFF2-40B4-BE49-F238E27FC236}">
                <a16:creationId xmlns:a16="http://schemas.microsoft.com/office/drawing/2014/main" id="{B495E573-F5A3-4D85-AABA-404D2D10C49C}"/>
              </a:ext>
            </a:extLst>
          </p:cNvPr>
          <p:cNvSpPr/>
          <p:nvPr/>
        </p:nvSpPr>
        <p:spPr>
          <a:xfrm>
            <a:off x="5591175" y="5032215"/>
            <a:ext cx="2718959" cy="67263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L’indirizzo deve essere sempre normalizzato</a:t>
            </a:r>
            <a:endParaRPr lang="it-IT" sz="1400" dirty="0">
              <a:solidFill>
                <a:schemeClr val="tx1"/>
              </a:solidFill>
            </a:endParaRPr>
          </a:p>
        </p:txBody>
      </p:sp>
      <p:pic>
        <p:nvPicPr>
          <p:cNvPr id="6" name="Immagine 5">
            <a:extLst>
              <a:ext uri="{FF2B5EF4-FFF2-40B4-BE49-F238E27FC236}">
                <a16:creationId xmlns:a16="http://schemas.microsoft.com/office/drawing/2014/main" id="{C75120D0-E98C-4DC3-39E7-B6E084C287DB}"/>
              </a:ext>
            </a:extLst>
          </p:cNvPr>
          <p:cNvPicPr>
            <a:picLocks noChangeAspect="1"/>
          </p:cNvPicPr>
          <p:nvPr/>
        </p:nvPicPr>
        <p:blipFill>
          <a:blip r:embed="rId7"/>
          <a:stretch>
            <a:fillRect/>
          </a:stretch>
        </p:blipFill>
        <p:spPr>
          <a:xfrm>
            <a:off x="427858" y="1922096"/>
            <a:ext cx="7156174" cy="1908313"/>
          </a:xfrm>
          <a:prstGeom prst="rect">
            <a:avLst/>
          </a:prstGeom>
        </p:spPr>
      </p:pic>
      <p:sp>
        <p:nvSpPr>
          <p:cNvPr id="14" name="Rettangolo 13">
            <a:extLst>
              <a:ext uri="{FF2B5EF4-FFF2-40B4-BE49-F238E27FC236}">
                <a16:creationId xmlns:a16="http://schemas.microsoft.com/office/drawing/2014/main" id="{A5B87298-292A-4257-8308-F0348E3646BE}"/>
              </a:ext>
            </a:extLst>
          </p:cNvPr>
          <p:cNvSpPr/>
          <p:nvPr/>
        </p:nvSpPr>
        <p:spPr>
          <a:xfrm>
            <a:off x="6134515" y="2018954"/>
            <a:ext cx="1399346" cy="495300"/>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dirty="0">
              <a:solidFill>
                <a:schemeClr val="tx1"/>
              </a:solidFill>
            </a:endParaRPr>
          </a:p>
        </p:txBody>
      </p:sp>
      <p:cxnSp>
        <p:nvCxnSpPr>
          <p:cNvPr id="15" name="Connettore 2 14">
            <a:extLst>
              <a:ext uri="{FF2B5EF4-FFF2-40B4-BE49-F238E27FC236}">
                <a16:creationId xmlns:a16="http://schemas.microsoft.com/office/drawing/2014/main" id="{FB0F0886-6E87-47F9-9A4E-F31CBEB55A29}"/>
              </a:ext>
            </a:extLst>
          </p:cNvPr>
          <p:cNvCxnSpPr>
            <a:cxnSpLocks/>
          </p:cNvCxnSpPr>
          <p:nvPr/>
        </p:nvCxnSpPr>
        <p:spPr>
          <a:xfrm flipH="1" flipV="1">
            <a:off x="6814310" y="2514254"/>
            <a:ext cx="116467" cy="251796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9417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14119925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a:t>
            </a:r>
            <a:r>
              <a:rPr lang="it-IT" b="0" dirty="0">
                <a:solidFill>
                  <a:schemeClr val="tx1"/>
                </a:solidFill>
              </a:rPr>
              <a:t>Nuovo Campo Frequenza di fatturazione</a:t>
            </a:r>
          </a:p>
        </p:txBody>
      </p:sp>
      <p:sp>
        <p:nvSpPr>
          <p:cNvPr id="7" name="Rettangolo 6">
            <a:extLst>
              <a:ext uri="{FF2B5EF4-FFF2-40B4-BE49-F238E27FC236}">
                <a16:creationId xmlns:a16="http://schemas.microsoft.com/office/drawing/2014/main" id="{6D0D64F7-63CC-472D-A1A4-E36FB176A88A}"/>
              </a:ext>
            </a:extLst>
          </p:cNvPr>
          <p:cNvSpPr/>
          <p:nvPr/>
        </p:nvSpPr>
        <p:spPr>
          <a:xfrm>
            <a:off x="4477960" y="4379056"/>
            <a:ext cx="2587082" cy="1602105"/>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La frequenza di fatturazione per i punti gas è di default impostata con «mensile» come previsto dalla normativa</a:t>
            </a:r>
          </a:p>
        </p:txBody>
      </p:sp>
      <p:pic>
        <p:nvPicPr>
          <p:cNvPr id="6" name="Immagine 5">
            <a:extLst>
              <a:ext uri="{FF2B5EF4-FFF2-40B4-BE49-F238E27FC236}">
                <a16:creationId xmlns:a16="http://schemas.microsoft.com/office/drawing/2014/main" id="{4AEC310D-520F-733A-4D19-BDD07CDA10E8}"/>
              </a:ext>
            </a:extLst>
          </p:cNvPr>
          <p:cNvPicPr>
            <a:picLocks noChangeAspect="1"/>
          </p:cNvPicPr>
          <p:nvPr/>
        </p:nvPicPr>
        <p:blipFill>
          <a:blip r:embed="rId7"/>
          <a:stretch>
            <a:fillRect/>
          </a:stretch>
        </p:blipFill>
        <p:spPr>
          <a:xfrm>
            <a:off x="1737550" y="1037289"/>
            <a:ext cx="6168200" cy="2854972"/>
          </a:xfrm>
          <a:prstGeom prst="rect">
            <a:avLst/>
          </a:prstGeom>
        </p:spPr>
      </p:pic>
      <p:cxnSp>
        <p:nvCxnSpPr>
          <p:cNvPr id="14" name="Connettore 2 13">
            <a:extLst>
              <a:ext uri="{FF2B5EF4-FFF2-40B4-BE49-F238E27FC236}">
                <a16:creationId xmlns:a16="http://schemas.microsoft.com/office/drawing/2014/main" id="{B33B0D45-DAC6-420D-838A-F363A4DD8435}"/>
              </a:ext>
            </a:extLst>
          </p:cNvPr>
          <p:cNvCxnSpPr>
            <a:cxnSpLocks/>
          </p:cNvCxnSpPr>
          <p:nvPr/>
        </p:nvCxnSpPr>
        <p:spPr>
          <a:xfrm flipV="1">
            <a:off x="802207" y="2724150"/>
            <a:ext cx="1178993" cy="166443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5" name="Rettangolo 4">
            <a:extLst>
              <a:ext uri="{FF2B5EF4-FFF2-40B4-BE49-F238E27FC236}">
                <a16:creationId xmlns:a16="http://schemas.microsoft.com/office/drawing/2014/main" id="{2ED824CF-9CFB-E9EA-4A87-18A4672F38D3}"/>
              </a:ext>
            </a:extLst>
          </p:cNvPr>
          <p:cNvSpPr/>
          <p:nvPr/>
        </p:nvSpPr>
        <p:spPr>
          <a:xfrm>
            <a:off x="474286" y="4388581"/>
            <a:ext cx="2526527" cy="132878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Inserimento Accise: </a:t>
            </a:r>
            <a:r>
              <a:rPr lang="it-IT" sz="1400" dirty="0">
                <a:solidFill>
                  <a:schemeClr val="tx1"/>
                </a:solidFill>
              </a:rPr>
              <a:t>se viene selezionato «Agevolate» o «esenti/escluse», in automatico il sistema obbliga a compilare i dati aggiuntivi richiesti per i moduli che verranno generati</a:t>
            </a:r>
          </a:p>
        </p:txBody>
      </p:sp>
      <p:cxnSp>
        <p:nvCxnSpPr>
          <p:cNvPr id="8" name="Connettore 2 7">
            <a:extLst>
              <a:ext uri="{FF2B5EF4-FFF2-40B4-BE49-F238E27FC236}">
                <a16:creationId xmlns:a16="http://schemas.microsoft.com/office/drawing/2014/main" id="{3551D755-D545-D962-C935-CE6A22E60D84}"/>
              </a:ext>
            </a:extLst>
          </p:cNvPr>
          <p:cNvCxnSpPr>
            <a:cxnSpLocks/>
          </p:cNvCxnSpPr>
          <p:nvPr/>
        </p:nvCxnSpPr>
        <p:spPr>
          <a:xfrm flipH="1" flipV="1">
            <a:off x="5019675" y="1962150"/>
            <a:ext cx="504825" cy="276225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91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p:txBody>
          <a:bodyPr/>
          <a:lstStyle/>
          <a:p>
            <a:r>
              <a:rPr lang="it-IT" b="0" dirty="0"/>
              <a:t>Offerta su Misura – Step 3: Riepilogo e Dati Tecnici </a:t>
            </a:r>
            <a:r>
              <a:rPr lang="it-IT" b="0" dirty="0" err="1"/>
              <a:t>PdR</a:t>
            </a:r>
            <a:r>
              <a:rPr lang="it-IT" b="0" dirty="0"/>
              <a:t> – Punto GAS</a:t>
            </a:r>
          </a:p>
        </p:txBody>
      </p:sp>
      <p:pic>
        <p:nvPicPr>
          <p:cNvPr id="9" name="Immagine 8">
            <a:extLst>
              <a:ext uri="{FF2B5EF4-FFF2-40B4-BE49-F238E27FC236}">
                <a16:creationId xmlns:a16="http://schemas.microsoft.com/office/drawing/2014/main" id="{00966DF9-5EB4-4095-8AAD-592EE742F96E}"/>
              </a:ext>
            </a:extLst>
          </p:cNvPr>
          <p:cNvPicPr>
            <a:picLocks noChangeAspect="1"/>
          </p:cNvPicPr>
          <p:nvPr/>
        </p:nvPicPr>
        <p:blipFill rotWithShape="1">
          <a:blip r:embed="rId7"/>
          <a:srcRect l="20990" t="16229" r="20677" b="28889"/>
          <a:stretch/>
        </p:blipFill>
        <p:spPr>
          <a:xfrm>
            <a:off x="1769270" y="1443849"/>
            <a:ext cx="5334000" cy="282288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6" name="Rettangolo 15">
            <a:extLst>
              <a:ext uri="{FF2B5EF4-FFF2-40B4-BE49-F238E27FC236}">
                <a16:creationId xmlns:a16="http://schemas.microsoft.com/office/drawing/2014/main" id="{AE5E37AD-BD2F-4D90-B4AB-7F806F59546D}"/>
              </a:ext>
            </a:extLst>
          </p:cNvPr>
          <p:cNvSpPr/>
          <p:nvPr/>
        </p:nvSpPr>
        <p:spPr>
          <a:xfrm>
            <a:off x="4250101" y="2725347"/>
            <a:ext cx="2738437" cy="1076325"/>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dirty="0">
              <a:solidFill>
                <a:schemeClr val="tx1"/>
              </a:solidFill>
            </a:endParaRPr>
          </a:p>
        </p:txBody>
      </p:sp>
      <p:cxnSp>
        <p:nvCxnSpPr>
          <p:cNvPr id="17" name="Connettore 2 16">
            <a:extLst>
              <a:ext uri="{FF2B5EF4-FFF2-40B4-BE49-F238E27FC236}">
                <a16:creationId xmlns:a16="http://schemas.microsoft.com/office/drawing/2014/main" id="{1587BC09-7119-40F7-B4E3-C6B8244A06E9}"/>
              </a:ext>
            </a:extLst>
          </p:cNvPr>
          <p:cNvCxnSpPr>
            <a:cxnSpLocks/>
          </p:cNvCxnSpPr>
          <p:nvPr/>
        </p:nvCxnSpPr>
        <p:spPr>
          <a:xfrm flipH="1" flipV="1">
            <a:off x="5262238" y="3707009"/>
            <a:ext cx="2195299" cy="116506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8" name="Rettangolo 17">
            <a:extLst>
              <a:ext uri="{FF2B5EF4-FFF2-40B4-BE49-F238E27FC236}">
                <a16:creationId xmlns:a16="http://schemas.microsoft.com/office/drawing/2014/main" id="{55A03AF4-B6AD-4413-B3DC-7CED2F04AFA2}"/>
              </a:ext>
            </a:extLst>
          </p:cNvPr>
          <p:cNvSpPr/>
          <p:nvPr/>
        </p:nvSpPr>
        <p:spPr>
          <a:xfrm>
            <a:off x="6808014" y="4831618"/>
            <a:ext cx="1770797" cy="1165065"/>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Legittimo titolo sul Punto </a:t>
            </a:r>
          </a:p>
        </p:txBody>
      </p:sp>
    </p:spTree>
    <p:extLst>
      <p:ext uri="{BB962C8B-B14F-4D97-AF65-F5344CB8AC3E}">
        <p14:creationId xmlns:p14="http://schemas.microsoft.com/office/powerpoint/2010/main" val="1290340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a:t>
            </a:r>
            <a:r>
              <a:rPr lang="it-IT" b="0" dirty="0" err="1"/>
              <a:t>PdR</a:t>
            </a:r>
            <a:r>
              <a:rPr lang="it-IT" b="0" dirty="0"/>
              <a:t> – Punto Gas</a:t>
            </a:r>
            <a:endParaRPr lang="it-IT" b="0" dirty="0">
              <a:solidFill>
                <a:srgbClr val="FF0000"/>
              </a:solidFill>
            </a:endParaRPr>
          </a:p>
        </p:txBody>
      </p:sp>
      <p:sp>
        <p:nvSpPr>
          <p:cNvPr id="7" name="Rettangolo 6">
            <a:extLst>
              <a:ext uri="{FF2B5EF4-FFF2-40B4-BE49-F238E27FC236}">
                <a16:creationId xmlns:a16="http://schemas.microsoft.com/office/drawing/2014/main" id="{6D0D64F7-63CC-472D-A1A4-E36FB176A88A}"/>
              </a:ext>
            </a:extLst>
          </p:cNvPr>
          <p:cNvSpPr/>
          <p:nvPr/>
        </p:nvSpPr>
        <p:spPr>
          <a:xfrm>
            <a:off x="1730042" y="4785998"/>
            <a:ext cx="5180967" cy="1076893"/>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Al di sotto dei 200.000 </a:t>
            </a:r>
            <a:r>
              <a:rPr lang="it-IT" sz="1400" dirty="0" err="1">
                <a:solidFill>
                  <a:schemeClr val="tx1"/>
                </a:solidFill>
              </a:rPr>
              <a:t>Smc</a:t>
            </a:r>
            <a:r>
              <a:rPr lang="it-IT" sz="1400" dirty="0">
                <a:solidFill>
                  <a:schemeClr val="tx1"/>
                </a:solidFill>
              </a:rPr>
              <a:t>/a è come una BT (attivazione ad un mese e ci pensa </a:t>
            </a:r>
            <a:r>
              <a:rPr lang="it-IT" sz="1400" dirty="0" err="1">
                <a:solidFill>
                  <a:schemeClr val="tx1"/>
                </a:solidFill>
              </a:rPr>
              <a:t>Sorgenia</a:t>
            </a:r>
            <a:r>
              <a:rPr lang="it-IT" sz="1400" dirty="0">
                <a:solidFill>
                  <a:schemeClr val="tx1"/>
                </a:solidFill>
              </a:rPr>
              <a:t>!).</a:t>
            </a:r>
          </a:p>
          <a:p>
            <a:pPr algn="ctr"/>
            <a:r>
              <a:rPr lang="it-IT" sz="1400" dirty="0">
                <a:solidFill>
                  <a:schemeClr val="tx1"/>
                </a:solidFill>
              </a:rPr>
              <a:t>Al di sopra dei 200.000 </a:t>
            </a:r>
            <a:r>
              <a:rPr lang="it-IT" sz="1400" dirty="0" err="1">
                <a:solidFill>
                  <a:schemeClr val="tx1"/>
                </a:solidFill>
              </a:rPr>
              <a:t>Smc</a:t>
            </a:r>
            <a:r>
              <a:rPr lang="it-IT" sz="1400" dirty="0">
                <a:solidFill>
                  <a:schemeClr val="tx1"/>
                </a:solidFill>
              </a:rPr>
              <a:t>/a verificare le condizioni generali del contratto dell’attuale Fornitore</a:t>
            </a:r>
          </a:p>
        </p:txBody>
      </p:sp>
      <p:pic>
        <p:nvPicPr>
          <p:cNvPr id="12" name="Immagine 11">
            <a:extLst>
              <a:ext uri="{FF2B5EF4-FFF2-40B4-BE49-F238E27FC236}">
                <a16:creationId xmlns:a16="http://schemas.microsoft.com/office/drawing/2014/main" id="{D1D67134-F995-17A8-EA17-DAD9DF98F8CC}"/>
              </a:ext>
            </a:extLst>
          </p:cNvPr>
          <p:cNvPicPr>
            <a:picLocks noChangeAspect="1"/>
          </p:cNvPicPr>
          <p:nvPr/>
        </p:nvPicPr>
        <p:blipFill>
          <a:blip r:embed="rId7"/>
          <a:stretch>
            <a:fillRect/>
          </a:stretch>
        </p:blipFill>
        <p:spPr>
          <a:xfrm>
            <a:off x="1384851" y="2316611"/>
            <a:ext cx="6660706" cy="1462993"/>
          </a:xfrm>
          <a:prstGeom prst="rect">
            <a:avLst/>
          </a:prstGeom>
        </p:spPr>
      </p:pic>
    </p:spTree>
    <p:extLst>
      <p:ext uri="{BB962C8B-B14F-4D97-AF65-F5344CB8AC3E}">
        <p14:creationId xmlns:p14="http://schemas.microsoft.com/office/powerpoint/2010/main" val="3682047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Riepilogo e Dati Tecnici POD/</a:t>
            </a:r>
            <a:r>
              <a:rPr lang="it-IT" b="0" dirty="0" err="1"/>
              <a:t>PdR</a:t>
            </a:r>
            <a:r>
              <a:rPr lang="it-IT" b="0" dirty="0"/>
              <a:t> – Punto Gas</a:t>
            </a:r>
          </a:p>
        </p:txBody>
      </p:sp>
      <p:sp>
        <p:nvSpPr>
          <p:cNvPr id="11" name="Rettangolo 10">
            <a:extLst>
              <a:ext uri="{FF2B5EF4-FFF2-40B4-BE49-F238E27FC236}">
                <a16:creationId xmlns:a16="http://schemas.microsoft.com/office/drawing/2014/main" id="{0202BB22-0AC5-46A1-81D5-36E90F95FD48}"/>
              </a:ext>
            </a:extLst>
          </p:cNvPr>
          <p:cNvSpPr/>
          <p:nvPr/>
        </p:nvSpPr>
        <p:spPr>
          <a:xfrm>
            <a:off x="749120" y="1086509"/>
            <a:ext cx="1978270" cy="1133965"/>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Tipo uso. </a:t>
            </a:r>
          </a:p>
          <a:p>
            <a:pPr algn="ctr"/>
            <a:r>
              <a:rPr lang="it-IT" sz="1400" dirty="0">
                <a:solidFill>
                  <a:schemeClr val="tx1"/>
                </a:solidFill>
              </a:rPr>
              <a:t>Inserimento guidato delle sole combinazioni possibili.</a:t>
            </a:r>
          </a:p>
        </p:txBody>
      </p:sp>
      <p:cxnSp>
        <p:nvCxnSpPr>
          <p:cNvPr id="10" name="Connettore 2 9">
            <a:extLst>
              <a:ext uri="{FF2B5EF4-FFF2-40B4-BE49-F238E27FC236}">
                <a16:creationId xmlns:a16="http://schemas.microsoft.com/office/drawing/2014/main" id="{4A311F4E-5B81-4CA9-848D-E4A88075A255}"/>
              </a:ext>
            </a:extLst>
          </p:cNvPr>
          <p:cNvCxnSpPr>
            <a:cxnSpLocks/>
          </p:cNvCxnSpPr>
          <p:nvPr/>
        </p:nvCxnSpPr>
        <p:spPr>
          <a:xfrm>
            <a:off x="2393970" y="2192383"/>
            <a:ext cx="561265" cy="133932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7" name="Immagine 6">
            <a:extLst>
              <a:ext uri="{FF2B5EF4-FFF2-40B4-BE49-F238E27FC236}">
                <a16:creationId xmlns:a16="http://schemas.microsoft.com/office/drawing/2014/main" id="{D576B00A-F512-7051-C451-2E1DAB10BD96}"/>
              </a:ext>
            </a:extLst>
          </p:cNvPr>
          <p:cNvPicPr>
            <a:picLocks noChangeAspect="1"/>
          </p:cNvPicPr>
          <p:nvPr/>
        </p:nvPicPr>
        <p:blipFill>
          <a:blip r:embed="rId7"/>
          <a:stretch>
            <a:fillRect/>
          </a:stretch>
        </p:blipFill>
        <p:spPr>
          <a:xfrm>
            <a:off x="894086" y="3449585"/>
            <a:ext cx="7167747" cy="1950473"/>
          </a:xfrm>
          <a:prstGeom prst="rect">
            <a:avLst/>
          </a:prstGeom>
        </p:spPr>
      </p:pic>
    </p:spTree>
    <p:extLst>
      <p:ext uri="{BB962C8B-B14F-4D97-AF65-F5344CB8AC3E}">
        <p14:creationId xmlns:p14="http://schemas.microsoft.com/office/powerpoint/2010/main" val="978090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51B14C0C-BE76-69D5-98DD-B826D5FBE742}"/>
              </a:ext>
            </a:extLst>
          </p:cNvPr>
          <p:cNvPicPr>
            <a:picLocks noChangeAspect="1"/>
          </p:cNvPicPr>
          <p:nvPr/>
        </p:nvPicPr>
        <p:blipFill>
          <a:blip r:embed="rId5"/>
          <a:stretch>
            <a:fillRect/>
          </a:stretch>
        </p:blipFill>
        <p:spPr>
          <a:xfrm>
            <a:off x="158224" y="1814518"/>
            <a:ext cx="7691500" cy="3678543"/>
          </a:xfrm>
          <a:prstGeom prst="rect">
            <a:avLst/>
          </a:prstGeom>
        </p:spPr>
      </p:pic>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16122140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6" imgW="270" imgH="270" progId="TCLayout.ActiveDocument.1">
                  <p:embed/>
                </p:oleObj>
              </mc:Choice>
              <mc:Fallback>
                <p:oleObj name="Diapositiva think-cell" r:id="rId6" imgW="270" imgH="270" progId="TCLayout.ActiveDocument.1">
                  <p:embed/>
                  <p:pic>
                    <p:nvPicPr>
                      <p:cNvPr id="3" name="Oggetto 2"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3: Offerta Finalizzata</a:t>
            </a:r>
          </a:p>
        </p:txBody>
      </p:sp>
      <p:sp>
        <p:nvSpPr>
          <p:cNvPr id="16" name="Rettangolo 15">
            <a:extLst>
              <a:ext uri="{FF2B5EF4-FFF2-40B4-BE49-F238E27FC236}">
                <a16:creationId xmlns:a16="http://schemas.microsoft.com/office/drawing/2014/main" id="{192BB468-3144-42A9-8952-04A78EBF4462}"/>
              </a:ext>
            </a:extLst>
          </p:cNvPr>
          <p:cNvSpPr/>
          <p:nvPr/>
        </p:nvSpPr>
        <p:spPr>
          <a:xfrm>
            <a:off x="151336" y="948265"/>
            <a:ext cx="5980885" cy="641965"/>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Creare una copia</a:t>
            </a:r>
            <a:r>
              <a:rPr lang="it-IT" sz="1400" dirty="0">
                <a:solidFill>
                  <a:schemeClr val="tx1"/>
                </a:solidFill>
              </a:rPr>
              <a:t>: Non si può tornare indietro a modificare l’offerta generata, però possiamo </a:t>
            </a:r>
            <a:r>
              <a:rPr lang="it-IT" sz="1400" b="1" dirty="0">
                <a:solidFill>
                  <a:schemeClr val="tx1"/>
                </a:solidFill>
              </a:rPr>
              <a:t>generare una nuova offerta recuperando i dati iniziali del cliente</a:t>
            </a:r>
            <a:r>
              <a:rPr lang="it-IT" sz="1400" dirty="0">
                <a:solidFill>
                  <a:schemeClr val="tx1"/>
                </a:solidFill>
              </a:rPr>
              <a:t>.</a:t>
            </a:r>
          </a:p>
        </p:txBody>
      </p:sp>
      <p:sp>
        <p:nvSpPr>
          <p:cNvPr id="25" name="Rettangolo 24">
            <a:extLst>
              <a:ext uri="{FF2B5EF4-FFF2-40B4-BE49-F238E27FC236}">
                <a16:creationId xmlns:a16="http://schemas.microsoft.com/office/drawing/2014/main" id="{2500436D-C2B8-48E3-AFEA-9ABEED85AC75}"/>
              </a:ext>
            </a:extLst>
          </p:cNvPr>
          <p:cNvSpPr/>
          <p:nvPr/>
        </p:nvSpPr>
        <p:spPr>
          <a:xfrm>
            <a:off x="725699" y="5493061"/>
            <a:ext cx="3278275" cy="728474"/>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 è tutto OK proseguiamo con </a:t>
            </a:r>
            <a:r>
              <a:rPr lang="it-IT" sz="1400" b="1" dirty="0">
                <a:solidFill>
                  <a:schemeClr val="tx1"/>
                </a:solidFill>
              </a:rPr>
              <a:t>Prepara Contratto.</a:t>
            </a:r>
            <a:endParaRPr lang="it-IT" sz="1400" dirty="0">
              <a:solidFill>
                <a:schemeClr val="tx1"/>
              </a:solidFill>
            </a:endParaRPr>
          </a:p>
        </p:txBody>
      </p:sp>
      <p:cxnSp>
        <p:nvCxnSpPr>
          <p:cNvPr id="28" name="Connettore 2 27">
            <a:extLst>
              <a:ext uri="{FF2B5EF4-FFF2-40B4-BE49-F238E27FC236}">
                <a16:creationId xmlns:a16="http://schemas.microsoft.com/office/drawing/2014/main" id="{05F0D0AB-8775-4AB8-86E8-F19D8BAAFE8A}"/>
              </a:ext>
            </a:extLst>
          </p:cNvPr>
          <p:cNvCxnSpPr>
            <a:cxnSpLocks/>
          </p:cNvCxnSpPr>
          <p:nvPr/>
        </p:nvCxnSpPr>
        <p:spPr>
          <a:xfrm>
            <a:off x="4933950" y="1641358"/>
            <a:ext cx="1446303" cy="3630416"/>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ttore 2 28">
            <a:extLst>
              <a:ext uri="{FF2B5EF4-FFF2-40B4-BE49-F238E27FC236}">
                <a16:creationId xmlns:a16="http://schemas.microsoft.com/office/drawing/2014/main" id="{B7B488BC-2755-403C-836C-E700A82CA5F8}"/>
              </a:ext>
            </a:extLst>
          </p:cNvPr>
          <p:cNvCxnSpPr>
            <a:cxnSpLocks/>
          </p:cNvCxnSpPr>
          <p:nvPr/>
        </p:nvCxnSpPr>
        <p:spPr>
          <a:xfrm flipV="1">
            <a:off x="4003974" y="5493061"/>
            <a:ext cx="3482676" cy="55531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1742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28698829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4: Riepilogo Dati Cliente</a:t>
            </a:r>
          </a:p>
        </p:txBody>
      </p:sp>
      <p:sp>
        <p:nvSpPr>
          <p:cNvPr id="10" name="Rettangolo 9">
            <a:extLst>
              <a:ext uri="{FF2B5EF4-FFF2-40B4-BE49-F238E27FC236}">
                <a16:creationId xmlns:a16="http://schemas.microsoft.com/office/drawing/2014/main" id="{0D40F1F2-8BEB-47D2-98D2-802F50D15CA2}"/>
              </a:ext>
            </a:extLst>
          </p:cNvPr>
          <p:cNvSpPr/>
          <p:nvPr/>
        </p:nvSpPr>
        <p:spPr>
          <a:xfrm>
            <a:off x="142934" y="1067300"/>
            <a:ext cx="2232000" cy="1296000"/>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Riporta i dati dallo STEP 1. </a:t>
            </a:r>
            <a:r>
              <a:rPr lang="it-IT" sz="1400" dirty="0">
                <a:solidFill>
                  <a:schemeClr val="tx1"/>
                </a:solidFill>
              </a:rPr>
              <a:t>Controllare e andare avanti.</a:t>
            </a:r>
          </a:p>
        </p:txBody>
      </p:sp>
      <p:pic>
        <p:nvPicPr>
          <p:cNvPr id="7" name="Immagine 6">
            <a:extLst>
              <a:ext uri="{FF2B5EF4-FFF2-40B4-BE49-F238E27FC236}">
                <a16:creationId xmlns:a16="http://schemas.microsoft.com/office/drawing/2014/main" id="{4A61DE8E-93E2-4ACF-8CFA-F4CDECF402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69374" y="1313723"/>
            <a:ext cx="5981700" cy="3828977"/>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14" name="Rettangolo 13">
            <a:extLst>
              <a:ext uri="{FF2B5EF4-FFF2-40B4-BE49-F238E27FC236}">
                <a16:creationId xmlns:a16="http://schemas.microsoft.com/office/drawing/2014/main" id="{07474FE9-1DFA-4A86-A23B-70EDB858E2EB}"/>
              </a:ext>
            </a:extLst>
          </p:cNvPr>
          <p:cNvSpPr/>
          <p:nvPr/>
        </p:nvSpPr>
        <p:spPr>
          <a:xfrm>
            <a:off x="117568" y="2672369"/>
            <a:ext cx="2232000" cy="1296000"/>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Normalizzazione Indirizzo </a:t>
            </a:r>
            <a:r>
              <a:rPr lang="it-IT" sz="1400" dirty="0">
                <a:solidFill>
                  <a:schemeClr val="tx1"/>
                </a:solidFill>
              </a:rPr>
              <a:t>Prevedere sempre la normalizzazione dell’indirizzo come descritto nella slide 12 e 13</a:t>
            </a:r>
          </a:p>
        </p:txBody>
      </p:sp>
      <p:sp>
        <p:nvSpPr>
          <p:cNvPr id="8" name="Rettangolo 7">
            <a:extLst>
              <a:ext uri="{FF2B5EF4-FFF2-40B4-BE49-F238E27FC236}">
                <a16:creationId xmlns:a16="http://schemas.microsoft.com/office/drawing/2014/main" id="{1530D5C7-D692-4B5C-932F-CD8191930DDD}"/>
              </a:ext>
            </a:extLst>
          </p:cNvPr>
          <p:cNvSpPr/>
          <p:nvPr/>
        </p:nvSpPr>
        <p:spPr>
          <a:xfrm>
            <a:off x="142934" y="4494700"/>
            <a:ext cx="2232000" cy="1296000"/>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Numero di cellulare</a:t>
            </a:r>
          </a:p>
          <a:p>
            <a:pPr algn="ctr"/>
            <a:r>
              <a:rPr lang="it-IT" sz="1400" dirty="0">
                <a:solidFill>
                  <a:schemeClr val="tx1"/>
                </a:solidFill>
              </a:rPr>
              <a:t>Sarà riportato dallo step 1 ma sarà possibile modificarlo nella sezione «DATI FIRMATARIO»</a:t>
            </a:r>
          </a:p>
        </p:txBody>
      </p:sp>
      <p:cxnSp>
        <p:nvCxnSpPr>
          <p:cNvPr id="9" name="Connettore 2 8">
            <a:extLst>
              <a:ext uri="{FF2B5EF4-FFF2-40B4-BE49-F238E27FC236}">
                <a16:creationId xmlns:a16="http://schemas.microsoft.com/office/drawing/2014/main" id="{9D64F092-3A8A-4167-AE40-01F46C1F7B86}"/>
              </a:ext>
            </a:extLst>
          </p:cNvPr>
          <p:cNvCxnSpPr>
            <a:cxnSpLocks/>
            <a:stCxn id="8" idx="3"/>
          </p:cNvCxnSpPr>
          <p:nvPr/>
        </p:nvCxnSpPr>
        <p:spPr>
          <a:xfrm flipV="1">
            <a:off x="2374934" y="4660955"/>
            <a:ext cx="995792" cy="48174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2" name="Rettangolo 11">
            <a:extLst>
              <a:ext uri="{FF2B5EF4-FFF2-40B4-BE49-F238E27FC236}">
                <a16:creationId xmlns:a16="http://schemas.microsoft.com/office/drawing/2014/main" id="{8232F792-615D-4FB6-BFD7-E1EC7F2E6FC7}"/>
              </a:ext>
            </a:extLst>
          </p:cNvPr>
          <p:cNvSpPr/>
          <p:nvPr/>
        </p:nvSpPr>
        <p:spPr>
          <a:xfrm>
            <a:off x="3370727" y="4494700"/>
            <a:ext cx="544048" cy="248749"/>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dirty="0">
              <a:solidFill>
                <a:schemeClr val="tx1"/>
              </a:solidFill>
            </a:endParaRPr>
          </a:p>
        </p:txBody>
      </p:sp>
    </p:spTree>
    <p:extLst>
      <p:ext uri="{BB962C8B-B14F-4D97-AF65-F5344CB8AC3E}">
        <p14:creationId xmlns:p14="http://schemas.microsoft.com/office/powerpoint/2010/main" val="35008446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242315431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4: Dati di Contratto (1/8) </a:t>
            </a:r>
          </a:p>
        </p:txBody>
      </p:sp>
      <p:sp>
        <p:nvSpPr>
          <p:cNvPr id="28" name="Rettangolo 27">
            <a:extLst>
              <a:ext uri="{FF2B5EF4-FFF2-40B4-BE49-F238E27FC236}">
                <a16:creationId xmlns:a16="http://schemas.microsoft.com/office/drawing/2014/main" id="{DFB6F1B3-621D-4206-843F-EF7D41D4129C}"/>
              </a:ext>
            </a:extLst>
          </p:cNvPr>
          <p:cNvSpPr/>
          <p:nvPr/>
        </p:nvSpPr>
        <p:spPr>
          <a:xfrm>
            <a:off x="142935" y="4620548"/>
            <a:ext cx="1423915" cy="158664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IVA. Se è esente deve </a:t>
            </a:r>
            <a:r>
              <a:rPr lang="it-IT" sz="1400" dirty="0" err="1">
                <a:solidFill>
                  <a:schemeClr val="tx1"/>
                </a:solidFill>
              </a:rPr>
              <a:t>flaggare</a:t>
            </a:r>
            <a:r>
              <a:rPr lang="it-IT" sz="1400" dirty="0">
                <a:solidFill>
                  <a:schemeClr val="tx1"/>
                </a:solidFill>
              </a:rPr>
              <a:t> il campo «Acquisti in Sospensione d’imposta»</a:t>
            </a:r>
          </a:p>
        </p:txBody>
      </p:sp>
      <p:pic>
        <p:nvPicPr>
          <p:cNvPr id="7" name="Immagine 6">
            <a:extLst>
              <a:ext uri="{FF2B5EF4-FFF2-40B4-BE49-F238E27FC236}">
                <a16:creationId xmlns:a16="http://schemas.microsoft.com/office/drawing/2014/main" id="{C70E6F5B-0624-46C9-B56A-49B80411038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766185" y="1051560"/>
            <a:ext cx="5171935" cy="4087599"/>
          </a:xfrm>
          <a:prstGeom prst="rect">
            <a:avLst/>
          </a:prstGeom>
          <a:ln>
            <a:noFill/>
          </a:ln>
          <a:effectLst>
            <a:outerShdw blurRad="190500" algn="tl" rotWithShape="0">
              <a:srgbClr val="000000">
                <a:alpha val="70000"/>
              </a:srgbClr>
            </a:outerShdw>
          </a:effectLst>
        </p:spPr>
      </p:pic>
      <p:cxnSp>
        <p:nvCxnSpPr>
          <p:cNvPr id="10" name="Connettore 2 9">
            <a:extLst>
              <a:ext uri="{FF2B5EF4-FFF2-40B4-BE49-F238E27FC236}">
                <a16:creationId xmlns:a16="http://schemas.microsoft.com/office/drawing/2014/main" id="{4517AB3C-CBA4-4ED6-8F52-075EC9A09898}"/>
              </a:ext>
            </a:extLst>
          </p:cNvPr>
          <p:cNvCxnSpPr>
            <a:cxnSpLocks/>
          </p:cNvCxnSpPr>
          <p:nvPr/>
        </p:nvCxnSpPr>
        <p:spPr>
          <a:xfrm flipV="1">
            <a:off x="1566850" y="4620548"/>
            <a:ext cx="1029296" cy="102920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3854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252999878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71327" y="249332"/>
            <a:ext cx="8670051" cy="646321"/>
          </a:xfrm>
        </p:spPr>
        <p:txBody>
          <a:bodyPr vert="horz" wrap="square" lIns="91429" tIns="45715" rIns="91429" bIns="45715" rtlCol="0" anchor="t" anchorCtr="0">
            <a:spAutoFit/>
          </a:bodyPr>
          <a:lstStyle/>
          <a:p>
            <a:r>
              <a:rPr lang="it-IT" b="0" dirty="0"/>
              <a:t>Offerta su Misura – Step 4: Dati di Contratto (2/8) – da aggiornare</a:t>
            </a:r>
            <a:br>
              <a:rPr lang="it-IT" b="0" dirty="0"/>
            </a:br>
            <a:endParaRPr lang="it-IT" b="0" dirty="0"/>
          </a:p>
        </p:txBody>
      </p:sp>
      <p:sp>
        <p:nvSpPr>
          <p:cNvPr id="11" name="Rettangolo 10">
            <a:extLst>
              <a:ext uri="{FF2B5EF4-FFF2-40B4-BE49-F238E27FC236}">
                <a16:creationId xmlns:a16="http://schemas.microsoft.com/office/drawing/2014/main" id="{0DDD608F-2C1F-4ED2-9F14-DCBC42732D39}"/>
              </a:ext>
            </a:extLst>
          </p:cNvPr>
          <p:cNvSpPr/>
          <p:nvPr/>
        </p:nvSpPr>
        <p:spPr>
          <a:xfrm>
            <a:off x="7417463" y="1161901"/>
            <a:ext cx="1423915" cy="2820093"/>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IVA. Se viene scelta l’opzione Iva agevolata l’applicativo dà la possibilità di flaggare la tipologia di azienda</a:t>
            </a:r>
          </a:p>
        </p:txBody>
      </p:sp>
      <p:pic>
        <p:nvPicPr>
          <p:cNvPr id="13" name="Immagine 12">
            <a:extLst>
              <a:ext uri="{FF2B5EF4-FFF2-40B4-BE49-F238E27FC236}">
                <a16:creationId xmlns:a16="http://schemas.microsoft.com/office/drawing/2014/main" id="{36624AE1-8C05-4DA1-ADDC-B53417321A0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9030" y="1621442"/>
            <a:ext cx="5772403" cy="2357658"/>
          </a:xfrm>
          <a:prstGeom prst="rect">
            <a:avLst/>
          </a:prstGeom>
        </p:spPr>
      </p:pic>
      <p:pic>
        <p:nvPicPr>
          <p:cNvPr id="18" name="Immagine 17">
            <a:extLst>
              <a:ext uri="{FF2B5EF4-FFF2-40B4-BE49-F238E27FC236}">
                <a16:creationId xmlns:a16="http://schemas.microsoft.com/office/drawing/2014/main" id="{31300E55-5EA8-4721-BDEF-6F38031DD9FD}"/>
              </a:ext>
            </a:extLst>
          </p:cNvPr>
          <p:cNvPicPr>
            <a:picLocks noChangeAspect="1"/>
          </p:cNvPicPr>
          <p:nvPr/>
        </p:nvPicPr>
        <p:blipFill>
          <a:blip r:embed="rId8"/>
          <a:stretch>
            <a:fillRect/>
          </a:stretch>
        </p:blipFill>
        <p:spPr>
          <a:xfrm>
            <a:off x="339030" y="968914"/>
            <a:ext cx="5668232" cy="638916"/>
          </a:xfrm>
          <a:prstGeom prst="rect">
            <a:avLst/>
          </a:prstGeom>
        </p:spPr>
      </p:pic>
      <p:cxnSp>
        <p:nvCxnSpPr>
          <p:cNvPr id="20" name="Connettore 2 19">
            <a:extLst>
              <a:ext uri="{FF2B5EF4-FFF2-40B4-BE49-F238E27FC236}">
                <a16:creationId xmlns:a16="http://schemas.microsoft.com/office/drawing/2014/main" id="{3CCF080A-E28E-4A1D-BC54-30808D0FEA88}"/>
              </a:ext>
            </a:extLst>
          </p:cNvPr>
          <p:cNvCxnSpPr>
            <a:cxnSpLocks/>
          </p:cNvCxnSpPr>
          <p:nvPr/>
        </p:nvCxnSpPr>
        <p:spPr>
          <a:xfrm flipH="1" flipV="1">
            <a:off x="3173146" y="1288372"/>
            <a:ext cx="4244317" cy="31945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27" name="Immagine 26">
            <a:extLst>
              <a:ext uri="{FF2B5EF4-FFF2-40B4-BE49-F238E27FC236}">
                <a16:creationId xmlns:a16="http://schemas.microsoft.com/office/drawing/2014/main" id="{F0FDEEEC-9501-4749-BBEB-EA7B6E5588A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0861" y="4073940"/>
            <a:ext cx="5590572" cy="2106941"/>
          </a:xfrm>
          <a:prstGeom prst="rect">
            <a:avLst/>
          </a:prstGeom>
        </p:spPr>
      </p:pic>
      <p:cxnSp>
        <p:nvCxnSpPr>
          <p:cNvPr id="29" name="Connettore 2 28">
            <a:extLst>
              <a:ext uri="{FF2B5EF4-FFF2-40B4-BE49-F238E27FC236}">
                <a16:creationId xmlns:a16="http://schemas.microsoft.com/office/drawing/2014/main" id="{7277F99D-7523-416F-BAB9-D5CA5874A4E8}"/>
              </a:ext>
            </a:extLst>
          </p:cNvPr>
          <p:cNvCxnSpPr>
            <a:cxnSpLocks/>
          </p:cNvCxnSpPr>
          <p:nvPr/>
        </p:nvCxnSpPr>
        <p:spPr>
          <a:xfrm flipH="1">
            <a:off x="6097940" y="2677672"/>
            <a:ext cx="1423694" cy="92205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0511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73280879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4: Dati di Contratto (3/8) - </a:t>
            </a:r>
          </a:p>
        </p:txBody>
      </p:sp>
      <p:pic>
        <p:nvPicPr>
          <p:cNvPr id="6" name="Immagine 5">
            <a:extLst>
              <a:ext uri="{FF2B5EF4-FFF2-40B4-BE49-F238E27FC236}">
                <a16:creationId xmlns:a16="http://schemas.microsoft.com/office/drawing/2014/main" id="{69C71E2C-8FF6-44CD-BFB7-28D4EA9C8F9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30279" y="883905"/>
            <a:ext cx="5635255" cy="3962153"/>
          </a:xfrm>
          <a:prstGeom prst="rect">
            <a:avLst/>
          </a:prstGeom>
          <a:ln>
            <a:noFill/>
          </a:ln>
          <a:effectLst>
            <a:outerShdw blurRad="190500" algn="tl" rotWithShape="0">
              <a:srgbClr val="000000">
                <a:alpha val="70000"/>
              </a:srgbClr>
            </a:outerShdw>
          </a:effectLst>
        </p:spPr>
      </p:pic>
      <p:sp>
        <p:nvSpPr>
          <p:cNvPr id="15" name="Rettangolo 14">
            <a:extLst>
              <a:ext uri="{FF2B5EF4-FFF2-40B4-BE49-F238E27FC236}">
                <a16:creationId xmlns:a16="http://schemas.microsoft.com/office/drawing/2014/main" id="{06057E5D-BFBC-435F-8EAD-3565597EFF95}"/>
              </a:ext>
            </a:extLst>
          </p:cNvPr>
          <p:cNvSpPr/>
          <p:nvPr/>
        </p:nvSpPr>
        <p:spPr>
          <a:xfrm>
            <a:off x="6408524" y="4846058"/>
            <a:ext cx="2118787" cy="1342091"/>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Normalizzazione Indirizzo </a:t>
            </a:r>
            <a:r>
              <a:rPr lang="it-IT" sz="1400" dirty="0">
                <a:solidFill>
                  <a:schemeClr val="tx1"/>
                </a:solidFill>
              </a:rPr>
              <a:t>Prevedere sempre la normalizzazione dell’indirizzo come descritto nella slide 12 e 13</a:t>
            </a:r>
          </a:p>
        </p:txBody>
      </p:sp>
      <p:sp>
        <p:nvSpPr>
          <p:cNvPr id="16" name="Rettangolo 15">
            <a:extLst>
              <a:ext uri="{FF2B5EF4-FFF2-40B4-BE49-F238E27FC236}">
                <a16:creationId xmlns:a16="http://schemas.microsoft.com/office/drawing/2014/main" id="{E4CDD3EE-0887-4C4F-B675-B37A2E5166A2}"/>
              </a:ext>
            </a:extLst>
          </p:cNvPr>
          <p:cNvSpPr/>
          <p:nvPr/>
        </p:nvSpPr>
        <p:spPr>
          <a:xfrm>
            <a:off x="475557" y="883905"/>
            <a:ext cx="1927401" cy="1442176"/>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Copia da Intestatario. </a:t>
            </a:r>
            <a:r>
              <a:rPr lang="it-IT" sz="1400" dirty="0">
                <a:solidFill>
                  <a:schemeClr val="tx1"/>
                </a:solidFill>
              </a:rPr>
              <a:t>Mi precompila tutti i campi sotto, fatta eccezione che per «Tipo di fatturazione» e «Frequenza di fatturazione»</a:t>
            </a:r>
          </a:p>
        </p:txBody>
      </p:sp>
      <p:cxnSp>
        <p:nvCxnSpPr>
          <p:cNvPr id="17" name="Connettore 2 16">
            <a:extLst>
              <a:ext uri="{FF2B5EF4-FFF2-40B4-BE49-F238E27FC236}">
                <a16:creationId xmlns:a16="http://schemas.microsoft.com/office/drawing/2014/main" id="{AF21A59E-46BE-4FF2-9566-F55CAD44B656}"/>
              </a:ext>
            </a:extLst>
          </p:cNvPr>
          <p:cNvCxnSpPr>
            <a:cxnSpLocks/>
          </p:cNvCxnSpPr>
          <p:nvPr/>
        </p:nvCxnSpPr>
        <p:spPr>
          <a:xfrm>
            <a:off x="2402958" y="1231057"/>
            <a:ext cx="5454502" cy="62964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a:extLst>
              <a:ext uri="{FF2B5EF4-FFF2-40B4-BE49-F238E27FC236}">
                <a16:creationId xmlns:a16="http://schemas.microsoft.com/office/drawing/2014/main" id="{768FFFA8-247B-4CB1-BBDC-34EDACEE4835}"/>
              </a:ext>
            </a:extLst>
          </p:cNvPr>
          <p:cNvCxnSpPr>
            <a:cxnSpLocks/>
          </p:cNvCxnSpPr>
          <p:nvPr/>
        </p:nvCxnSpPr>
        <p:spPr>
          <a:xfrm flipH="1" flipV="1">
            <a:off x="7219508" y="2060322"/>
            <a:ext cx="163349" cy="2737356"/>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5" name="Rettangolo 4">
            <a:extLst>
              <a:ext uri="{FF2B5EF4-FFF2-40B4-BE49-F238E27FC236}">
                <a16:creationId xmlns:a16="http://schemas.microsoft.com/office/drawing/2014/main" id="{861301DF-CA3F-45D8-A959-52D4A377230B}"/>
              </a:ext>
            </a:extLst>
          </p:cNvPr>
          <p:cNvSpPr/>
          <p:nvPr/>
        </p:nvSpPr>
        <p:spPr>
          <a:xfrm>
            <a:off x="5873578" y="2060322"/>
            <a:ext cx="955590" cy="265759"/>
          </a:xfrm>
          <a:prstGeom prst="rect">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dirty="0">
              <a:solidFill>
                <a:schemeClr val="tx1"/>
              </a:solidFill>
            </a:endParaRPr>
          </a:p>
        </p:txBody>
      </p:sp>
    </p:spTree>
    <p:extLst>
      <p:ext uri="{BB962C8B-B14F-4D97-AF65-F5344CB8AC3E}">
        <p14:creationId xmlns:p14="http://schemas.microsoft.com/office/powerpoint/2010/main" val="1995282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6502241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4: Dati di Contratto (4/8)</a:t>
            </a:r>
          </a:p>
        </p:txBody>
      </p:sp>
      <p:pic>
        <p:nvPicPr>
          <p:cNvPr id="8" name="Immagine 7">
            <a:extLst>
              <a:ext uri="{FF2B5EF4-FFF2-40B4-BE49-F238E27FC236}">
                <a16:creationId xmlns:a16="http://schemas.microsoft.com/office/drawing/2014/main" id="{E01FDD1F-A4A5-4D93-A0DC-549A2E30D4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0587" y="1149297"/>
            <a:ext cx="6220051" cy="4190991"/>
          </a:xfrm>
          <a:prstGeom prst="rect">
            <a:avLst/>
          </a:prstGeom>
          <a:ln>
            <a:noFill/>
          </a:ln>
          <a:effectLst>
            <a:outerShdw blurRad="190500" algn="tl" rotWithShape="0">
              <a:srgbClr val="000000">
                <a:alpha val="70000"/>
              </a:srgbClr>
            </a:outerShdw>
          </a:effectLst>
        </p:spPr>
      </p:pic>
      <p:sp>
        <p:nvSpPr>
          <p:cNvPr id="12" name="Rettangolo 11">
            <a:extLst>
              <a:ext uri="{FF2B5EF4-FFF2-40B4-BE49-F238E27FC236}">
                <a16:creationId xmlns:a16="http://schemas.microsoft.com/office/drawing/2014/main" id="{2DBA8299-2206-46DC-B6A8-FA6017DFF7F8}"/>
              </a:ext>
            </a:extLst>
          </p:cNvPr>
          <p:cNvSpPr/>
          <p:nvPr/>
        </p:nvSpPr>
        <p:spPr>
          <a:xfrm>
            <a:off x="3171427" y="2200939"/>
            <a:ext cx="5234941" cy="1043853"/>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dirty="0">
              <a:solidFill>
                <a:schemeClr val="tx1"/>
              </a:solidFill>
            </a:endParaRPr>
          </a:p>
        </p:txBody>
      </p:sp>
      <p:cxnSp>
        <p:nvCxnSpPr>
          <p:cNvPr id="16" name="Connettore 2 15">
            <a:extLst>
              <a:ext uri="{FF2B5EF4-FFF2-40B4-BE49-F238E27FC236}">
                <a16:creationId xmlns:a16="http://schemas.microsoft.com/office/drawing/2014/main" id="{D550ED53-DE79-4DAE-9BE1-C330F61AB005}"/>
              </a:ext>
            </a:extLst>
          </p:cNvPr>
          <p:cNvCxnSpPr>
            <a:cxnSpLocks/>
          </p:cNvCxnSpPr>
          <p:nvPr/>
        </p:nvCxnSpPr>
        <p:spPr>
          <a:xfrm>
            <a:off x="2083777" y="2021783"/>
            <a:ext cx="1087650" cy="44006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7" name="Rettangolo 16">
            <a:extLst>
              <a:ext uri="{FF2B5EF4-FFF2-40B4-BE49-F238E27FC236}">
                <a16:creationId xmlns:a16="http://schemas.microsoft.com/office/drawing/2014/main" id="{D0A7918F-FF02-460A-8F77-61CEC59BF893}"/>
              </a:ext>
            </a:extLst>
          </p:cNvPr>
          <p:cNvSpPr/>
          <p:nvPr/>
        </p:nvSpPr>
        <p:spPr>
          <a:xfrm>
            <a:off x="299709" y="3283929"/>
            <a:ext cx="1687351" cy="2224454"/>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Compilare con i dati del Referente Contrattuale. Se è uguale al Rappresentante  Legale posso usare il tasto </a:t>
            </a:r>
            <a:r>
              <a:rPr lang="it-IT" sz="1400" b="1" dirty="0">
                <a:solidFill>
                  <a:schemeClr val="tx1"/>
                </a:solidFill>
              </a:rPr>
              <a:t>«Copia da Rappresentante Legale» </a:t>
            </a:r>
            <a:r>
              <a:rPr lang="it-IT" sz="1400" dirty="0">
                <a:solidFill>
                  <a:schemeClr val="tx1"/>
                </a:solidFill>
              </a:rPr>
              <a:t>che mi facilita.</a:t>
            </a:r>
          </a:p>
        </p:txBody>
      </p:sp>
      <p:sp>
        <p:nvSpPr>
          <p:cNvPr id="19" name="Rettangolo 18">
            <a:extLst>
              <a:ext uri="{FF2B5EF4-FFF2-40B4-BE49-F238E27FC236}">
                <a16:creationId xmlns:a16="http://schemas.microsoft.com/office/drawing/2014/main" id="{3C423CF9-CBC0-4F00-8D96-3FCC9C48CCB8}"/>
              </a:ext>
            </a:extLst>
          </p:cNvPr>
          <p:cNvSpPr/>
          <p:nvPr/>
        </p:nvSpPr>
        <p:spPr>
          <a:xfrm>
            <a:off x="299709" y="1149297"/>
            <a:ext cx="1687351" cy="193989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Compilare con i dati del Rappresentante Legale. Nome, cognome, numero di cellulare saranno riportati dallo step 1 e non sarà possibile modificarli in questo campo specifico</a:t>
            </a:r>
          </a:p>
        </p:txBody>
      </p:sp>
      <p:sp>
        <p:nvSpPr>
          <p:cNvPr id="20" name="Rettangolo 19">
            <a:extLst>
              <a:ext uri="{FF2B5EF4-FFF2-40B4-BE49-F238E27FC236}">
                <a16:creationId xmlns:a16="http://schemas.microsoft.com/office/drawing/2014/main" id="{F1497730-CB97-4BD6-929B-C7564E3539E7}"/>
              </a:ext>
            </a:extLst>
          </p:cNvPr>
          <p:cNvSpPr/>
          <p:nvPr/>
        </p:nvSpPr>
        <p:spPr>
          <a:xfrm>
            <a:off x="3183141" y="3297678"/>
            <a:ext cx="5234941" cy="1325196"/>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dirty="0">
              <a:solidFill>
                <a:schemeClr val="tx1"/>
              </a:solidFill>
            </a:endParaRPr>
          </a:p>
        </p:txBody>
      </p:sp>
      <p:cxnSp>
        <p:nvCxnSpPr>
          <p:cNvPr id="21" name="Connettore 2 20">
            <a:extLst>
              <a:ext uri="{FF2B5EF4-FFF2-40B4-BE49-F238E27FC236}">
                <a16:creationId xmlns:a16="http://schemas.microsoft.com/office/drawing/2014/main" id="{D6624E36-10BB-4510-A231-8360B74B616F}"/>
              </a:ext>
            </a:extLst>
          </p:cNvPr>
          <p:cNvCxnSpPr>
            <a:cxnSpLocks/>
          </p:cNvCxnSpPr>
          <p:nvPr/>
        </p:nvCxnSpPr>
        <p:spPr>
          <a:xfrm flipV="1">
            <a:off x="2083777" y="3613210"/>
            <a:ext cx="5390911" cy="78294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655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9566551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4: Dati di Contratto (5/8)</a:t>
            </a:r>
          </a:p>
        </p:txBody>
      </p:sp>
      <p:sp>
        <p:nvSpPr>
          <p:cNvPr id="14" name="Rettangolo 13">
            <a:extLst>
              <a:ext uri="{FF2B5EF4-FFF2-40B4-BE49-F238E27FC236}">
                <a16:creationId xmlns:a16="http://schemas.microsoft.com/office/drawing/2014/main" id="{D816372F-C3BD-465D-ACEB-4ADB444FFB77}"/>
              </a:ext>
            </a:extLst>
          </p:cNvPr>
          <p:cNvSpPr/>
          <p:nvPr/>
        </p:nvSpPr>
        <p:spPr>
          <a:xfrm>
            <a:off x="299710" y="3725739"/>
            <a:ext cx="1687351" cy="1787037"/>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Stesso discorso vale anche per i dati del sottoscrittore del conto. Posso sfruttare il </a:t>
            </a:r>
            <a:r>
              <a:rPr lang="it-IT" sz="1400" dirty="0" err="1">
                <a:solidFill>
                  <a:schemeClr val="tx1"/>
                </a:solidFill>
              </a:rPr>
              <a:t>tasto</a:t>
            </a:r>
            <a:r>
              <a:rPr lang="it-IT" sz="1400" b="1" dirty="0" err="1">
                <a:solidFill>
                  <a:schemeClr val="tx1"/>
                </a:solidFill>
              </a:rPr>
              <a:t>«Copia</a:t>
            </a:r>
            <a:r>
              <a:rPr lang="it-IT" sz="1400" b="1" dirty="0">
                <a:solidFill>
                  <a:schemeClr val="tx1"/>
                </a:solidFill>
              </a:rPr>
              <a:t> da Rappresentante Legale» </a:t>
            </a:r>
            <a:endParaRPr lang="it-IT" sz="1400" dirty="0">
              <a:solidFill>
                <a:schemeClr val="tx1"/>
              </a:solidFill>
            </a:endParaRPr>
          </a:p>
        </p:txBody>
      </p:sp>
      <p:pic>
        <p:nvPicPr>
          <p:cNvPr id="7" name="Immagine 6">
            <a:extLst>
              <a:ext uri="{FF2B5EF4-FFF2-40B4-BE49-F238E27FC236}">
                <a16:creationId xmlns:a16="http://schemas.microsoft.com/office/drawing/2014/main" id="{2D45B596-C75B-4C91-93C6-B8E74D4828F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3554" r="911"/>
          <a:stretch/>
        </p:blipFill>
        <p:spPr>
          <a:xfrm>
            <a:off x="2480897" y="1103970"/>
            <a:ext cx="5971727" cy="4359343"/>
          </a:xfrm>
          <a:prstGeom prst="rect">
            <a:avLst/>
          </a:prstGeom>
          <a:ln>
            <a:noFill/>
          </a:ln>
          <a:effectLst>
            <a:outerShdw blurRad="190500" algn="tl" rotWithShape="0">
              <a:srgbClr val="000000">
                <a:alpha val="70000"/>
              </a:srgbClr>
            </a:outerShdw>
          </a:effectLst>
        </p:spPr>
      </p:pic>
      <p:cxnSp>
        <p:nvCxnSpPr>
          <p:cNvPr id="16" name="Connettore 2 15">
            <a:extLst>
              <a:ext uri="{FF2B5EF4-FFF2-40B4-BE49-F238E27FC236}">
                <a16:creationId xmlns:a16="http://schemas.microsoft.com/office/drawing/2014/main" id="{B75EA191-E1DA-4B25-83A3-12C5BC3680FE}"/>
              </a:ext>
            </a:extLst>
          </p:cNvPr>
          <p:cNvCxnSpPr>
            <a:cxnSpLocks/>
          </p:cNvCxnSpPr>
          <p:nvPr/>
        </p:nvCxnSpPr>
        <p:spPr>
          <a:xfrm flipV="1">
            <a:off x="1987060" y="3833446"/>
            <a:ext cx="4355125" cy="78581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0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4F3A64D6-D7C5-8A11-45C8-8FF0C09A4B86}"/>
              </a:ext>
            </a:extLst>
          </p:cNvPr>
          <p:cNvPicPr>
            <a:picLocks noChangeAspect="1"/>
          </p:cNvPicPr>
          <p:nvPr/>
        </p:nvPicPr>
        <p:blipFill>
          <a:blip r:embed="rId5"/>
          <a:stretch>
            <a:fillRect/>
          </a:stretch>
        </p:blipFill>
        <p:spPr>
          <a:xfrm>
            <a:off x="971610" y="2222693"/>
            <a:ext cx="6362700" cy="3041437"/>
          </a:xfrm>
          <a:prstGeom prst="rect">
            <a:avLst/>
          </a:prstGeom>
          <a:ln>
            <a:noFill/>
          </a:ln>
          <a:effectLst>
            <a:outerShdw blurRad="190500" algn="tl" rotWithShape="0">
              <a:srgbClr val="000000">
                <a:alpha val="70000"/>
              </a:srgbClr>
            </a:outerShdw>
          </a:effectLst>
        </p:spPr>
      </p:pic>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110514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6" imgW="270" imgH="270" progId="TCLayout.ActiveDocument.1">
                  <p:embed/>
                </p:oleObj>
              </mc:Choice>
              <mc:Fallback>
                <p:oleObj name="Diapositiva think-cell" r:id="rId6" imgW="270" imgH="270" progId="TCLayout.ActiveDocument.1">
                  <p:embed/>
                  <p:pic>
                    <p:nvPicPr>
                      <p:cNvPr id="3" name="Oggetto 2"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4: Dati di Contratto (6/8)</a:t>
            </a:r>
          </a:p>
        </p:txBody>
      </p:sp>
      <p:sp>
        <p:nvSpPr>
          <p:cNvPr id="12" name="Rettangolo 11">
            <a:extLst>
              <a:ext uri="{FF2B5EF4-FFF2-40B4-BE49-F238E27FC236}">
                <a16:creationId xmlns:a16="http://schemas.microsoft.com/office/drawing/2014/main" id="{163C60A5-1E62-43F2-9918-AF94205C6182}"/>
              </a:ext>
            </a:extLst>
          </p:cNvPr>
          <p:cNvSpPr/>
          <p:nvPr/>
        </p:nvSpPr>
        <p:spPr>
          <a:xfrm>
            <a:off x="971610" y="911459"/>
            <a:ext cx="2406834" cy="104074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Inserire il flag Sì/No ai consensi di Finalità Marketing e di Profilazione Dati</a:t>
            </a:r>
            <a:endParaRPr lang="it-IT" sz="1400" dirty="0">
              <a:solidFill>
                <a:schemeClr val="tx1"/>
              </a:solidFill>
              <a:highlight>
                <a:srgbClr val="FFFF00"/>
              </a:highlight>
            </a:endParaRPr>
          </a:p>
        </p:txBody>
      </p:sp>
      <p:cxnSp>
        <p:nvCxnSpPr>
          <p:cNvPr id="15" name="Connettore 2 14">
            <a:extLst>
              <a:ext uri="{FF2B5EF4-FFF2-40B4-BE49-F238E27FC236}">
                <a16:creationId xmlns:a16="http://schemas.microsoft.com/office/drawing/2014/main" id="{6BEB99DE-173D-42FB-841B-8B9E4EEC378F}"/>
              </a:ext>
            </a:extLst>
          </p:cNvPr>
          <p:cNvCxnSpPr>
            <a:cxnSpLocks/>
          </p:cNvCxnSpPr>
          <p:nvPr/>
        </p:nvCxnSpPr>
        <p:spPr>
          <a:xfrm>
            <a:off x="2371725" y="1952201"/>
            <a:ext cx="361950" cy="102912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0438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8270746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4: Dati di Contratto (7/8)</a:t>
            </a:r>
          </a:p>
        </p:txBody>
      </p:sp>
      <p:sp>
        <p:nvSpPr>
          <p:cNvPr id="10" name="Rettangolo 9">
            <a:extLst>
              <a:ext uri="{FF2B5EF4-FFF2-40B4-BE49-F238E27FC236}">
                <a16:creationId xmlns:a16="http://schemas.microsoft.com/office/drawing/2014/main" id="{82E60A6E-9C08-4D32-92BF-3E1B9FD05CED}"/>
              </a:ext>
            </a:extLst>
          </p:cNvPr>
          <p:cNvSpPr/>
          <p:nvPr/>
        </p:nvSpPr>
        <p:spPr>
          <a:xfrm>
            <a:off x="485835" y="1027999"/>
            <a:ext cx="7648515" cy="1618370"/>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400" b="1" dirty="0">
              <a:solidFill>
                <a:schemeClr val="tx1"/>
              </a:solidFill>
            </a:endParaRPr>
          </a:p>
          <a:p>
            <a:pPr algn="ctr"/>
            <a:r>
              <a:rPr lang="it-IT" sz="1400" b="1" dirty="0">
                <a:solidFill>
                  <a:schemeClr val="tx1"/>
                </a:solidFill>
              </a:rPr>
              <a:t>Caricare foto:</a:t>
            </a:r>
            <a:r>
              <a:rPr lang="it-IT" sz="1400" dirty="0">
                <a:solidFill>
                  <a:schemeClr val="tx1"/>
                </a:solidFill>
              </a:rPr>
              <a:t> cliccando sul «+»  si possono allegare le immagini relative ai </a:t>
            </a:r>
            <a:r>
              <a:rPr lang="it-IT" sz="1400" b="1" dirty="0">
                <a:solidFill>
                  <a:schemeClr val="tx1"/>
                </a:solidFill>
              </a:rPr>
              <a:t>documenti d’identità </a:t>
            </a:r>
            <a:r>
              <a:rPr lang="it-IT" sz="1400" dirty="0">
                <a:solidFill>
                  <a:schemeClr val="tx1"/>
                </a:solidFill>
              </a:rPr>
              <a:t>e</a:t>
            </a:r>
            <a:r>
              <a:rPr lang="it-IT" sz="1400" b="1" dirty="0">
                <a:solidFill>
                  <a:schemeClr val="tx1"/>
                </a:solidFill>
              </a:rPr>
              <a:t> </a:t>
            </a:r>
            <a:r>
              <a:rPr lang="it-IT" sz="1400" dirty="0">
                <a:solidFill>
                  <a:schemeClr val="tx1"/>
                </a:solidFill>
              </a:rPr>
              <a:t>alle</a:t>
            </a:r>
            <a:r>
              <a:rPr lang="it-IT" sz="1400" b="1" dirty="0">
                <a:solidFill>
                  <a:schemeClr val="tx1"/>
                </a:solidFill>
              </a:rPr>
              <a:t> precedenti bollette</a:t>
            </a:r>
            <a:r>
              <a:rPr lang="it-IT" sz="1400" dirty="0">
                <a:solidFill>
                  <a:schemeClr val="tx1"/>
                </a:solidFill>
              </a:rPr>
              <a:t>.</a:t>
            </a:r>
          </a:p>
          <a:p>
            <a:pPr algn="ctr"/>
            <a:br>
              <a:rPr lang="it-IT" sz="1400" dirty="0">
                <a:solidFill>
                  <a:schemeClr val="tx1"/>
                </a:solidFill>
              </a:rPr>
            </a:br>
            <a:endParaRPr lang="it-IT" sz="1400" dirty="0">
              <a:solidFill>
                <a:schemeClr val="tx1"/>
              </a:solidFill>
            </a:endParaRPr>
          </a:p>
          <a:p>
            <a:pPr algn="ctr"/>
            <a:r>
              <a:rPr lang="it-IT" sz="1400" dirty="0">
                <a:solidFill>
                  <a:schemeClr val="tx1"/>
                </a:solidFill>
              </a:rPr>
              <a:t>La </a:t>
            </a:r>
            <a:r>
              <a:rPr lang="it-IT" sz="1400" b="1" dirty="0">
                <a:solidFill>
                  <a:schemeClr val="tx1"/>
                </a:solidFill>
              </a:rPr>
              <a:t>disdetta</a:t>
            </a:r>
            <a:r>
              <a:rPr lang="it-IT" sz="1400" dirty="0">
                <a:solidFill>
                  <a:schemeClr val="tx1"/>
                </a:solidFill>
              </a:rPr>
              <a:t> deve essere caricata solo nel caso di medie tensioni e consumi al di sopra dei 200.000 </a:t>
            </a:r>
            <a:r>
              <a:rPr lang="it-IT" sz="1400" dirty="0" err="1">
                <a:solidFill>
                  <a:schemeClr val="tx1"/>
                </a:solidFill>
              </a:rPr>
              <a:t>Smc</a:t>
            </a:r>
            <a:r>
              <a:rPr lang="it-IT" sz="1400" dirty="0">
                <a:solidFill>
                  <a:schemeClr val="tx1"/>
                </a:solidFill>
              </a:rPr>
              <a:t>/a  qualora il contratto con l’attuale fornitore preveda la disdetta</a:t>
            </a:r>
          </a:p>
        </p:txBody>
      </p:sp>
      <p:sp>
        <p:nvSpPr>
          <p:cNvPr id="7" name="Rettangolo 6">
            <a:extLst>
              <a:ext uri="{FF2B5EF4-FFF2-40B4-BE49-F238E27FC236}">
                <a16:creationId xmlns:a16="http://schemas.microsoft.com/office/drawing/2014/main" id="{0B5AE61C-6C02-49FA-A8A8-5C28E5A93DFE}"/>
              </a:ext>
            </a:extLst>
          </p:cNvPr>
          <p:cNvSpPr/>
          <p:nvPr/>
        </p:nvSpPr>
        <p:spPr>
          <a:xfrm>
            <a:off x="485835" y="4801855"/>
            <a:ext cx="3210026" cy="75051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rgbClr val="FF0000"/>
                </a:solidFill>
              </a:rPr>
              <a:t>IMPORTANTE: in caso di Switching con voltura elettrico nella sezione «altri documenti» è necessario inserire il documento «Dichiarazione legittimo possesso»</a:t>
            </a:r>
            <a:endParaRPr lang="it-IT" sz="1000" dirty="0">
              <a:solidFill>
                <a:schemeClr val="tx1"/>
              </a:solidFill>
            </a:endParaRPr>
          </a:p>
        </p:txBody>
      </p:sp>
      <p:pic>
        <p:nvPicPr>
          <p:cNvPr id="8" name="Immagine 7">
            <a:extLst>
              <a:ext uri="{FF2B5EF4-FFF2-40B4-BE49-F238E27FC236}">
                <a16:creationId xmlns:a16="http://schemas.microsoft.com/office/drawing/2014/main" id="{8EE1137E-7233-810A-7704-6981CBED80A6}"/>
              </a:ext>
            </a:extLst>
          </p:cNvPr>
          <p:cNvPicPr>
            <a:picLocks noChangeAspect="1"/>
          </p:cNvPicPr>
          <p:nvPr/>
        </p:nvPicPr>
        <p:blipFill>
          <a:blip r:embed="rId7"/>
          <a:stretch>
            <a:fillRect/>
          </a:stretch>
        </p:blipFill>
        <p:spPr>
          <a:xfrm>
            <a:off x="758595" y="2863809"/>
            <a:ext cx="6988821" cy="158569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990599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3448632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4: Dati di Contratto (8/8)</a:t>
            </a:r>
          </a:p>
        </p:txBody>
      </p:sp>
      <p:sp>
        <p:nvSpPr>
          <p:cNvPr id="7" name="Rettangolo 6">
            <a:extLst>
              <a:ext uri="{FF2B5EF4-FFF2-40B4-BE49-F238E27FC236}">
                <a16:creationId xmlns:a16="http://schemas.microsoft.com/office/drawing/2014/main" id="{35CCFB51-99BE-45C8-9252-53B7A29B964F}"/>
              </a:ext>
            </a:extLst>
          </p:cNvPr>
          <p:cNvSpPr/>
          <p:nvPr/>
        </p:nvSpPr>
        <p:spPr>
          <a:xfrm>
            <a:off x="5634475" y="5722943"/>
            <a:ext cx="2730604" cy="527843"/>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b="1" dirty="0">
                <a:solidFill>
                  <a:schemeClr val="tx1"/>
                </a:solidFill>
              </a:rPr>
              <a:t>Ultimo passo: Genera Contratto</a:t>
            </a:r>
            <a:r>
              <a:rPr lang="it-IT" sz="1400" dirty="0">
                <a:solidFill>
                  <a:schemeClr val="tx1"/>
                </a:solidFill>
              </a:rPr>
              <a:t> e vado alla firma.</a:t>
            </a:r>
          </a:p>
        </p:txBody>
      </p:sp>
      <p:cxnSp>
        <p:nvCxnSpPr>
          <p:cNvPr id="8" name="Connettore 2 7">
            <a:extLst>
              <a:ext uri="{FF2B5EF4-FFF2-40B4-BE49-F238E27FC236}">
                <a16:creationId xmlns:a16="http://schemas.microsoft.com/office/drawing/2014/main" id="{010518DE-DBC8-4679-9CF6-1F1C9FC60D98}"/>
              </a:ext>
            </a:extLst>
          </p:cNvPr>
          <p:cNvCxnSpPr>
            <a:cxnSpLocks/>
          </p:cNvCxnSpPr>
          <p:nvPr/>
        </p:nvCxnSpPr>
        <p:spPr>
          <a:xfrm flipV="1">
            <a:off x="1598438" y="4990164"/>
            <a:ext cx="889581" cy="36639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12" name="Immagine 11">
            <a:extLst>
              <a:ext uri="{FF2B5EF4-FFF2-40B4-BE49-F238E27FC236}">
                <a16:creationId xmlns:a16="http://schemas.microsoft.com/office/drawing/2014/main" id="{A8D2D8D6-F1A6-4624-8353-4133BB8DFD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2935" y="865827"/>
            <a:ext cx="8670051" cy="4490726"/>
          </a:xfrm>
          <a:prstGeom prst="rect">
            <a:avLst/>
          </a:prstGeom>
          <a:ln>
            <a:noFill/>
          </a:ln>
          <a:effectLst>
            <a:outerShdw blurRad="190500" algn="tl" rotWithShape="0">
              <a:srgbClr val="000000">
                <a:alpha val="70000"/>
              </a:srgbClr>
            </a:outerShdw>
          </a:effectLst>
        </p:spPr>
      </p:pic>
      <p:sp>
        <p:nvSpPr>
          <p:cNvPr id="15" name="Rettangolo 14">
            <a:extLst>
              <a:ext uri="{FF2B5EF4-FFF2-40B4-BE49-F238E27FC236}">
                <a16:creationId xmlns:a16="http://schemas.microsoft.com/office/drawing/2014/main" id="{0F7DDE81-10AD-4210-A7E3-F91939AF5979}"/>
              </a:ext>
            </a:extLst>
          </p:cNvPr>
          <p:cNvSpPr/>
          <p:nvPr/>
        </p:nvSpPr>
        <p:spPr>
          <a:xfrm>
            <a:off x="292711" y="5427064"/>
            <a:ext cx="3377988" cy="954685"/>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rPr>
              <a:t>In questa sezione è possibile modificare i dati per la firma in </a:t>
            </a:r>
            <a:r>
              <a:rPr lang="it-IT" sz="1200" dirty="0" err="1">
                <a:solidFill>
                  <a:schemeClr val="tx1"/>
                </a:solidFill>
              </a:rPr>
              <a:t>otp</a:t>
            </a:r>
            <a:r>
              <a:rPr lang="it-IT" sz="1200" dirty="0">
                <a:solidFill>
                  <a:schemeClr val="tx1"/>
                </a:solidFill>
              </a:rPr>
              <a:t> inseriti allo step 1. Nel caso di modifica, i nuovi  dati verranno aggiornati anche su tutto il contratto e verrà nuovamente effettuato il controllo sul numero di cellulare inserito</a:t>
            </a:r>
          </a:p>
        </p:txBody>
      </p:sp>
      <p:cxnSp>
        <p:nvCxnSpPr>
          <p:cNvPr id="17" name="Connettore 2 16">
            <a:extLst>
              <a:ext uri="{FF2B5EF4-FFF2-40B4-BE49-F238E27FC236}">
                <a16:creationId xmlns:a16="http://schemas.microsoft.com/office/drawing/2014/main" id="{076CB391-733E-4832-8F62-95CCBA79B78B}"/>
              </a:ext>
            </a:extLst>
          </p:cNvPr>
          <p:cNvCxnSpPr>
            <a:cxnSpLocks/>
          </p:cNvCxnSpPr>
          <p:nvPr/>
        </p:nvCxnSpPr>
        <p:spPr>
          <a:xfrm flipV="1">
            <a:off x="7152177" y="5356553"/>
            <a:ext cx="854139" cy="51879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3" name="Rettangolo 12">
            <a:extLst>
              <a:ext uri="{FF2B5EF4-FFF2-40B4-BE49-F238E27FC236}">
                <a16:creationId xmlns:a16="http://schemas.microsoft.com/office/drawing/2014/main" id="{2FE4B821-CD70-4270-89E1-C3FF3A65D3AE}"/>
              </a:ext>
            </a:extLst>
          </p:cNvPr>
          <p:cNvSpPr/>
          <p:nvPr/>
        </p:nvSpPr>
        <p:spPr>
          <a:xfrm>
            <a:off x="4029462" y="4741805"/>
            <a:ext cx="3210026" cy="750512"/>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b="1" dirty="0">
                <a:solidFill>
                  <a:srgbClr val="FF0000"/>
                </a:solidFill>
              </a:rPr>
              <a:t>IMPORTANTE: in caso di Switching con voltura in questa fase l’app effettuerà un ulteriore controllo sulla validità della data inserita allo step 3, se questa non rispetta le regole evidenziate sarà richiesto l’inserimento di una nuova data valida</a:t>
            </a:r>
            <a:r>
              <a:rPr lang="it-IT" sz="1000" b="1" dirty="0">
                <a:solidFill>
                  <a:schemeClr val="tx1"/>
                </a:solidFill>
              </a:rPr>
              <a:t> </a:t>
            </a:r>
            <a:endParaRPr lang="it-IT" sz="1000" dirty="0">
              <a:solidFill>
                <a:schemeClr val="tx1"/>
              </a:solidFill>
            </a:endParaRPr>
          </a:p>
        </p:txBody>
      </p:sp>
      <p:pic>
        <p:nvPicPr>
          <p:cNvPr id="6" name="Immagine 5">
            <a:extLst>
              <a:ext uri="{FF2B5EF4-FFF2-40B4-BE49-F238E27FC236}">
                <a16:creationId xmlns:a16="http://schemas.microsoft.com/office/drawing/2014/main" id="{847160E2-1819-4F7A-A32A-B631EE8B2819}"/>
              </a:ext>
            </a:extLst>
          </p:cNvPr>
          <p:cNvPicPr>
            <a:picLocks noChangeAspect="1"/>
          </p:cNvPicPr>
          <p:nvPr/>
        </p:nvPicPr>
        <p:blipFill>
          <a:blip r:embed="rId8"/>
          <a:stretch>
            <a:fillRect/>
          </a:stretch>
        </p:blipFill>
        <p:spPr>
          <a:xfrm>
            <a:off x="196502" y="2541783"/>
            <a:ext cx="8562915" cy="1047023"/>
          </a:xfrm>
          <a:prstGeom prst="rect">
            <a:avLst/>
          </a:prstGeom>
        </p:spPr>
      </p:pic>
      <p:cxnSp>
        <p:nvCxnSpPr>
          <p:cNvPr id="14" name="Connettore 2 13">
            <a:extLst>
              <a:ext uri="{FF2B5EF4-FFF2-40B4-BE49-F238E27FC236}">
                <a16:creationId xmlns:a16="http://schemas.microsoft.com/office/drawing/2014/main" id="{B193E01D-58E8-4AEB-A3E7-BFEE6AEF0BAF}"/>
              </a:ext>
            </a:extLst>
          </p:cNvPr>
          <p:cNvCxnSpPr>
            <a:cxnSpLocks/>
          </p:cNvCxnSpPr>
          <p:nvPr/>
        </p:nvCxnSpPr>
        <p:spPr>
          <a:xfrm flipV="1">
            <a:off x="1777018" y="3342215"/>
            <a:ext cx="1251932" cy="2090539"/>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18" name="Immagine 17">
            <a:extLst>
              <a:ext uri="{FF2B5EF4-FFF2-40B4-BE49-F238E27FC236}">
                <a16:creationId xmlns:a16="http://schemas.microsoft.com/office/drawing/2014/main" id="{43B95B7E-5E2A-4C81-BA85-3D8BF798DAFE}"/>
              </a:ext>
            </a:extLst>
          </p:cNvPr>
          <p:cNvPicPr>
            <a:picLocks noChangeAspect="1"/>
          </p:cNvPicPr>
          <p:nvPr/>
        </p:nvPicPr>
        <p:blipFill>
          <a:blip r:embed="rId9"/>
          <a:stretch>
            <a:fillRect/>
          </a:stretch>
        </p:blipFill>
        <p:spPr>
          <a:xfrm rot="928996">
            <a:off x="4954800" y="242657"/>
            <a:ext cx="779884" cy="4936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935265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4BD50066-BD1D-BC3D-7398-C645E59FD5CE}"/>
              </a:ext>
            </a:extLst>
          </p:cNvPr>
          <p:cNvPicPr>
            <a:picLocks noChangeAspect="1"/>
          </p:cNvPicPr>
          <p:nvPr/>
        </p:nvPicPr>
        <p:blipFill>
          <a:blip r:embed="rId5"/>
          <a:stretch>
            <a:fillRect/>
          </a:stretch>
        </p:blipFill>
        <p:spPr>
          <a:xfrm>
            <a:off x="406269" y="2781672"/>
            <a:ext cx="6804156" cy="3222834"/>
          </a:xfrm>
          <a:prstGeom prst="rect">
            <a:avLst/>
          </a:prstGeom>
        </p:spPr>
      </p:pic>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2801420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6" imgW="270" imgH="270" progId="TCLayout.ActiveDocument.1">
                  <p:embed/>
                </p:oleObj>
              </mc:Choice>
              <mc:Fallback>
                <p:oleObj name="Diapositiva think-cell" r:id="rId6" imgW="270" imgH="270" progId="TCLayout.ActiveDocument.1">
                  <p:embed/>
                  <p:pic>
                    <p:nvPicPr>
                      <p:cNvPr id="3" name="Oggetto 2"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Step 5: Firma</a:t>
            </a:r>
          </a:p>
        </p:txBody>
      </p:sp>
      <p:sp>
        <p:nvSpPr>
          <p:cNvPr id="10" name="Rettangolo 9">
            <a:extLst>
              <a:ext uri="{FF2B5EF4-FFF2-40B4-BE49-F238E27FC236}">
                <a16:creationId xmlns:a16="http://schemas.microsoft.com/office/drawing/2014/main" id="{82E60A6E-9C08-4D32-92BF-3E1B9FD05CED}"/>
              </a:ext>
            </a:extLst>
          </p:cNvPr>
          <p:cNvSpPr/>
          <p:nvPr/>
        </p:nvSpPr>
        <p:spPr>
          <a:xfrm>
            <a:off x="406269" y="917939"/>
            <a:ext cx="3305115" cy="1549036"/>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Il Contratto è stato generato, è possibile visualizzarlo prima di mandarlo al cliente tramite il tasto «visualizza contratto»</a:t>
            </a:r>
          </a:p>
        </p:txBody>
      </p:sp>
      <p:cxnSp>
        <p:nvCxnSpPr>
          <p:cNvPr id="12" name="Connettore 2 11">
            <a:extLst>
              <a:ext uri="{FF2B5EF4-FFF2-40B4-BE49-F238E27FC236}">
                <a16:creationId xmlns:a16="http://schemas.microsoft.com/office/drawing/2014/main" id="{F2FBE068-7C6B-44D4-B21E-A6C1F71CCFD3}"/>
              </a:ext>
            </a:extLst>
          </p:cNvPr>
          <p:cNvCxnSpPr>
            <a:cxnSpLocks/>
          </p:cNvCxnSpPr>
          <p:nvPr/>
        </p:nvCxnSpPr>
        <p:spPr>
          <a:xfrm>
            <a:off x="2228850" y="2466975"/>
            <a:ext cx="676275" cy="146685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 name="Rettangolo 10">
            <a:extLst>
              <a:ext uri="{FF2B5EF4-FFF2-40B4-BE49-F238E27FC236}">
                <a16:creationId xmlns:a16="http://schemas.microsoft.com/office/drawing/2014/main" id="{8BE62557-5456-8747-04B2-255834BAF8A3}"/>
              </a:ext>
            </a:extLst>
          </p:cNvPr>
          <p:cNvSpPr/>
          <p:nvPr/>
        </p:nvSpPr>
        <p:spPr>
          <a:xfrm>
            <a:off x="4572000" y="917939"/>
            <a:ext cx="3305115" cy="1549036"/>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Se è tutto corretto si può procedere con l’inviare al cliente il link per firmare il contratto attraverso il tasto «firma».</a:t>
            </a:r>
          </a:p>
          <a:p>
            <a:pPr algn="ctr"/>
            <a:r>
              <a:rPr lang="it-IT" sz="1400" dirty="0">
                <a:solidFill>
                  <a:schemeClr val="tx1"/>
                </a:solidFill>
              </a:rPr>
              <a:t>L’invio al cliente avviene:</a:t>
            </a:r>
          </a:p>
          <a:p>
            <a:pPr algn="ctr"/>
            <a:r>
              <a:rPr lang="it-IT" sz="1400" dirty="0">
                <a:solidFill>
                  <a:schemeClr val="tx1"/>
                </a:solidFill>
              </a:rPr>
              <a:t>- Tramite sms per i contratti della rete fisica</a:t>
            </a:r>
          </a:p>
          <a:p>
            <a:pPr algn="ctr"/>
            <a:r>
              <a:rPr lang="it-IT" sz="1400" dirty="0">
                <a:solidFill>
                  <a:schemeClr val="tx1"/>
                </a:solidFill>
              </a:rPr>
              <a:t>- Tramite email per i contratti TLS</a:t>
            </a:r>
          </a:p>
        </p:txBody>
      </p:sp>
      <p:cxnSp>
        <p:nvCxnSpPr>
          <p:cNvPr id="13" name="Connettore 2 12">
            <a:extLst>
              <a:ext uri="{FF2B5EF4-FFF2-40B4-BE49-F238E27FC236}">
                <a16:creationId xmlns:a16="http://schemas.microsoft.com/office/drawing/2014/main" id="{389F1A60-3875-B2CB-635A-ED1DBF17EBDB}"/>
              </a:ext>
            </a:extLst>
          </p:cNvPr>
          <p:cNvCxnSpPr>
            <a:cxnSpLocks/>
          </p:cNvCxnSpPr>
          <p:nvPr/>
        </p:nvCxnSpPr>
        <p:spPr>
          <a:xfrm flipH="1">
            <a:off x="7019925" y="2466975"/>
            <a:ext cx="347662" cy="335280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6301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Step 6 – Ricezione mail o sms </a:t>
            </a:r>
          </a:p>
        </p:txBody>
      </p:sp>
      <p:pic>
        <p:nvPicPr>
          <p:cNvPr id="27" name="Immagine 26">
            <a:extLst>
              <a:ext uri="{FF2B5EF4-FFF2-40B4-BE49-F238E27FC236}">
                <a16:creationId xmlns:a16="http://schemas.microsoft.com/office/drawing/2014/main" id="{2DD67E68-F3BE-4C7B-90B1-DBF58F250EA2}"/>
              </a:ext>
            </a:extLst>
          </p:cNvPr>
          <p:cNvPicPr>
            <a:picLocks noChangeAspect="1"/>
          </p:cNvPicPr>
          <p:nvPr/>
        </p:nvPicPr>
        <p:blipFill rotWithShape="1">
          <a:blip r:embed="rId7"/>
          <a:srcRect b="5517"/>
          <a:stretch/>
        </p:blipFill>
        <p:spPr>
          <a:xfrm>
            <a:off x="1503584" y="1226572"/>
            <a:ext cx="6136832" cy="32615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4" name="Rettangolo 33">
            <a:extLst>
              <a:ext uri="{FF2B5EF4-FFF2-40B4-BE49-F238E27FC236}">
                <a16:creationId xmlns:a16="http://schemas.microsoft.com/office/drawing/2014/main" id="{3C5A4858-CBAA-470B-BC39-E4E874543B9E}"/>
              </a:ext>
            </a:extLst>
          </p:cNvPr>
          <p:cNvSpPr/>
          <p:nvPr/>
        </p:nvSpPr>
        <p:spPr>
          <a:xfrm>
            <a:off x="1503584" y="4897476"/>
            <a:ext cx="4306666" cy="1084224"/>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solidFill>
              </a:rPr>
              <a:t>TLS: L’e-mail</a:t>
            </a:r>
            <a:r>
              <a:rPr lang="it-IT" sz="1200" dirty="0">
                <a:solidFill>
                  <a:schemeClr val="tx1"/>
                </a:solidFill>
              </a:rPr>
              <a:t> arriva all’indirizzo del cliente e per accedere al portale di firma remota deve cliccare su «FIRMA DEL CONTRATTO».</a:t>
            </a:r>
          </a:p>
          <a:p>
            <a:pPr algn="ctr"/>
            <a:r>
              <a:rPr lang="it-IT" sz="1200" b="1" dirty="0">
                <a:solidFill>
                  <a:schemeClr val="tx1"/>
                </a:solidFill>
              </a:rPr>
              <a:t>RETE FISICA: </a:t>
            </a:r>
            <a:r>
              <a:rPr lang="it-IT" sz="1200" b="1" dirty="0" err="1">
                <a:solidFill>
                  <a:schemeClr val="tx1"/>
                </a:solidFill>
              </a:rPr>
              <a:t>L’sms</a:t>
            </a:r>
            <a:r>
              <a:rPr lang="it-IT" sz="1200" dirty="0">
                <a:solidFill>
                  <a:schemeClr val="tx1"/>
                </a:solidFill>
              </a:rPr>
              <a:t> arriva sul numero di cellulare del cliente e per accedere al portale di firma remota deve cliccare il link</a:t>
            </a:r>
          </a:p>
        </p:txBody>
      </p:sp>
    </p:spTree>
    <p:extLst>
      <p:ext uri="{BB962C8B-B14F-4D97-AF65-F5344CB8AC3E}">
        <p14:creationId xmlns:p14="http://schemas.microsoft.com/office/powerpoint/2010/main" val="11387587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Step 6 – Portale firma remota (1/3)</a:t>
            </a:r>
          </a:p>
        </p:txBody>
      </p:sp>
      <p:sp>
        <p:nvSpPr>
          <p:cNvPr id="15" name="Rettangolo 14">
            <a:extLst>
              <a:ext uri="{FF2B5EF4-FFF2-40B4-BE49-F238E27FC236}">
                <a16:creationId xmlns:a16="http://schemas.microsoft.com/office/drawing/2014/main" id="{B8394C1E-91BE-4784-B1D3-C1EE3BB6DE8E}"/>
              </a:ext>
            </a:extLst>
          </p:cNvPr>
          <p:cNvSpPr/>
          <p:nvPr/>
        </p:nvSpPr>
        <p:spPr>
          <a:xfrm>
            <a:off x="5679916" y="1177473"/>
            <a:ext cx="2966485" cy="209992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solidFill>
              </a:rPr>
              <a:t>Cliccando sul «Firma contratto» il cliente atterra sul portale del fornitore di firma remota.  </a:t>
            </a:r>
          </a:p>
          <a:p>
            <a:pPr algn="ctr"/>
            <a:r>
              <a:rPr lang="it-IT" sz="1200" b="1" dirty="0">
                <a:solidFill>
                  <a:schemeClr val="tx1"/>
                </a:solidFill>
              </a:rPr>
              <a:t>Cliccando su «&gt;» (in alto al centro) è possibili scorrere tutte le pagine del contratto</a:t>
            </a:r>
          </a:p>
        </p:txBody>
      </p:sp>
      <p:sp>
        <p:nvSpPr>
          <p:cNvPr id="21" name="Rettangolo 20">
            <a:extLst>
              <a:ext uri="{FF2B5EF4-FFF2-40B4-BE49-F238E27FC236}">
                <a16:creationId xmlns:a16="http://schemas.microsoft.com/office/drawing/2014/main" id="{113DC0C9-29E8-4FC2-91BC-F9BA8AF9EC79}"/>
              </a:ext>
            </a:extLst>
          </p:cNvPr>
          <p:cNvSpPr/>
          <p:nvPr/>
        </p:nvSpPr>
        <p:spPr>
          <a:xfrm>
            <a:off x="5645887" y="3689499"/>
            <a:ext cx="2966485" cy="1963617"/>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solidFill>
              </a:rPr>
              <a:t>Cliccare su «</a:t>
            </a:r>
            <a:r>
              <a:rPr lang="it-IT" sz="1200" b="1" dirty="0" err="1">
                <a:solidFill>
                  <a:schemeClr val="tx1"/>
                </a:solidFill>
              </a:rPr>
              <a:t>Sign</a:t>
            </a:r>
            <a:r>
              <a:rPr lang="it-IT" sz="1200" b="1" dirty="0">
                <a:solidFill>
                  <a:schemeClr val="tx1"/>
                </a:solidFill>
              </a:rPr>
              <a:t> signature field»</a:t>
            </a:r>
          </a:p>
        </p:txBody>
      </p:sp>
      <p:pic>
        <p:nvPicPr>
          <p:cNvPr id="6" name="Immagine 5">
            <a:extLst>
              <a:ext uri="{FF2B5EF4-FFF2-40B4-BE49-F238E27FC236}">
                <a16:creationId xmlns:a16="http://schemas.microsoft.com/office/drawing/2014/main" id="{5696A3D1-E1A8-429F-A046-62F8AF34C267}"/>
              </a:ext>
            </a:extLst>
          </p:cNvPr>
          <p:cNvPicPr>
            <a:picLocks noChangeAspect="1"/>
          </p:cNvPicPr>
          <p:nvPr/>
        </p:nvPicPr>
        <p:blipFill rotWithShape="1">
          <a:blip r:embed="rId7"/>
          <a:srcRect l="-1" t="10791" r="-1111" b="9172"/>
          <a:stretch/>
        </p:blipFill>
        <p:spPr>
          <a:xfrm>
            <a:off x="246434" y="1152867"/>
            <a:ext cx="4223965" cy="2149143"/>
          </a:xfrm>
          <a:prstGeom prst="rect">
            <a:avLst/>
          </a:prstGeom>
        </p:spPr>
      </p:pic>
      <p:cxnSp>
        <p:nvCxnSpPr>
          <p:cNvPr id="14" name="Connettore 2 13">
            <a:extLst>
              <a:ext uri="{FF2B5EF4-FFF2-40B4-BE49-F238E27FC236}">
                <a16:creationId xmlns:a16="http://schemas.microsoft.com/office/drawing/2014/main" id="{2D5CE899-73A6-487D-994B-E38A7EA26F83}"/>
              </a:ext>
            </a:extLst>
          </p:cNvPr>
          <p:cNvCxnSpPr>
            <a:cxnSpLocks/>
          </p:cNvCxnSpPr>
          <p:nvPr/>
        </p:nvCxnSpPr>
        <p:spPr>
          <a:xfrm flipH="1" flipV="1">
            <a:off x="2419110" y="1329071"/>
            <a:ext cx="3301208" cy="96619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9" name="Immagine 8">
            <a:extLst>
              <a:ext uri="{FF2B5EF4-FFF2-40B4-BE49-F238E27FC236}">
                <a16:creationId xmlns:a16="http://schemas.microsoft.com/office/drawing/2014/main" id="{CFF26C21-903C-439B-9F15-8817FF62AA40}"/>
              </a:ext>
            </a:extLst>
          </p:cNvPr>
          <p:cNvPicPr>
            <a:picLocks noChangeAspect="1"/>
          </p:cNvPicPr>
          <p:nvPr/>
        </p:nvPicPr>
        <p:blipFill rotWithShape="1">
          <a:blip r:embed="rId8"/>
          <a:srcRect t="9173" r="1445" b="9173"/>
          <a:stretch/>
        </p:blipFill>
        <p:spPr>
          <a:xfrm>
            <a:off x="246752" y="3684754"/>
            <a:ext cx="4223647" cy="1968362"/>
          </a:xfrm>
          <a:prstGeom prst="rect">
            <a:avLst/>
          </a:prstGeom>
        </p:spPr>
      </p:pic>
      <p:cxnSp>
        <p:nvCxnSpPr>
          <p:cNvPr id="17" name="Connettore 2 16">
            <a:extLst>
              <a:ext uri="{FF2B5EF4-FFF2-40B4-BE49-F238E27FC236}">
                <a16:creationId xmlns:a16="http://schemas.microsoft.com/office/drawing/2014/main" id="{235F7F24-A9F7-4924-BF20-1730D921710D}"/>
              </a:ext>
            </a:extLst>
          </p:cNvPr>
          <p:cNvCxnSpPr>
            <a:cxnSpLocks/>
          </p:cNvCxnSpPr>
          <p:nvPr/>
        </p:nvCxnSpPr>
        <p:spPr>
          <a:xfrm flipH="1">
            <a:off x="3749040" y="4912814"/>
            <a:ext cx="1971278" cy="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7389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Step 6 – Portale firma remota (2/3)</a:t>
            </a:r>
          </a:p>
        </p:txBody>
      </p:sp>
      <p:sp>
        <p:nvSpPr>
          <p:cNvPr id="15" name="Rettangolo 14">
            <a:extLst>
              <a:ext uri="{FF2B5EF4-FFF2-40B4-BE49-F238E27FC236}">
                <a16:creationId xmlns:a16="http://schemas.microsoft.com/office/drawing/2014/main" id="{B8394C1E-91BE-4784-B1D3-C1EE3BB6DE8E}"/>
              </a:ext>
            </a:extLst>
          </p:cNvPr>
          <p:cNvSpPr/>
          <p:nvPr/>
        </p:nvSpPr>
        <p:spPr>
          <a:xfrm>
            <a:off x="5645887" y="1285844"/>
            <a:ext cx="2160000" cy="1440000"/>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gn="ctr">
              <a:buAutoNum type="arabicPeriod"/>
            </a:pPr>
            <a:r>
              <a:rPr lang="it-IT" sz="1200" b="1" dirty="0">
                <a:solidFill>
                  <a:schemeClr val="tx1"/>
                </a:solidFill>
              </a:rPr>
              <a:t>E’ consigliabile inserire il flag sull’opzione «Firma multipla»</a:t>
            </a:r>
          </a:p>
          <a:p>
            <a:pPr marL="228600" indent="-228600" algn="ctr">
              <a:buAutoNum type="arabicPeriod"/>
            </a:pPr>
            <a:r>
              <a:rPr lang="it-IT" sz="1200" b="1" dirty="0">
                <a:solidFill>
                  <a:schemeClr val="tx1"/>
                </a:solidFill>
              </a:rPr>
              <a:t>Cliccare su FIRMA MULTIPLA (box verde in basso a sinistra)</a:t>
            </a:r>
          </a:p>
        </p:txBody>
      </p:sp>
      <p:sp>
        <p:nvSpPr>
          <p:cNvPr id="21" name="Rettangolo 20">
            <a:extLst>
              <a:ext uri="{FF2B5EF4-FFF2-40B4-BE49-F238E27FC236}">
                <a16:creationId xmlns:a16="http://schemas.microsoft.com/office/drawing/2014/main" id="{113DC0C9-29E8-4FC2-91BC-F9BA8AF9EC79}"/>
              </a:ext>
            </a:extLst>
          </p:cNvPr>
          <p:cNvSpPr/>
          <p:nvPr/>
        </p:nvSpPr>
        <p:spPr>
          <a:xfrm>
            <a:off x="5645887" y="3827543"/>
            <a:ext cx="2160000" cy="1440000"/>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solidFill>
              </a:rPr>
              <a:t>Cliccare su «invia» per inviare il codice OTP sul numero del cellulare del cliente</a:t>
            </a:r>
          </a:p>
        </p:txBody>
      </p:sp>
      <p:pic>
        <p:nvPicPr>
          <p:cNvPr id="14" name="Immagine 13" descr="Immagine che contiene testo&#10;&#10;Descrizione generata automaticamente">
            <a:extLst>
              <a:ext uri="{FF2B5EF4-FFF2-40B4-BE49-F238E27FC236}">
                <a16:creationId xmlns:a16="http://schemas.microsoft.com/office/drawing/2014/main" id="{51476748-7A2E-497B-A3A9-BF8E59F9B03A}"/>
              </a:ext>
            </a:extLst>
          </p:cNvPr>
          <p:cNvPicPr/>
          <p:nvPr/>
        </p:nvPicPr>
        <p:blipFill rotWithShape="1">
          <a:blip r:embed="rId7"/>
          <a:srcRect t="10410" r="2608" b="6892"/>
          <a:stretch/>
        </p:blipFill>
        <p:spPr>
          <a:xfrm>
            <a:off x="331014" y="994514"/>
            <a:ext cx="3868846" cy="2344195"/>
          </a:xfrm>
          <a:prstGeom prst="rect">
            <a:avLst/>
          </a:prstGeom>
        </p:spPr>
      </p:pic>
      <p:cxnSp>
        <p:nvCxnSpPr>
          <p:cNvPr id="17" name="Connettore 2 16">
            <a:extLst>
              <a:ext uri="{FF2B5EF4-FFF2-40B4-BE49-F238E27FC236}">
                <a16:creationId xmlns:a16="http://schemas.microsoft.com/office/drawing/2014/main" id="{A4633663-B0A9-4905-8022-79D9F3E47F3F}"/>
              </a:ext>
            </a:extLst>
          </p:cNvPr>
          <p:cNvCxnSpPr>
            <a:cxnSpLocks/>
          </p:cNvCxnSpPr>
          <p:nvPr/>
        </p:nvCxnSpPr>
        <p:spPr>
          <a:xfrm flipH="1" flipV="1">
            <a:off x="1463041" y="1809973"/>
            <a:ext cx="4182846" cy="23504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ttore 2 17">
            <a:extLst>
              <a:ext uri="{FF2B5EF4-FFF2-40B4-BE49-F238E27FC236}">
                <a16:creationId xmlns:a16="http://schemas.microsoft.com/office/drawing/2014/main" id="{26EF9316-5AC6-4AE0-80B0-80DACE1742F7}"/>
              </a:ext>
            </a:extLst>
          </p:cNvPr>
          <p:cNvCxnSpPr>
            <a:cxnSpLocks/>
            <a:stCxn id="15" idx="1"/>
          </p:cNvCxnSpPr>
          <p:nvPr/>
        </p:nvCxnSpPr>
        <p:spPr>
          <a:xfrm flipH="1">
            <a:off x="3370527" y="2005844"/>
            <a:ext cx="2275360" cy="92416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19" name="Immagine 18">
            <a:extLst>
              <a:ext uri="{FF2B5EF4-FFF2-40B4-BE49-F238E27FC236}">
                <a16:creationId xmlns:a16="http://schemas.microsoft.com/office/drawing/2014/main" id="{308288FE-5558-4CE4-84A8-DCB3E6B3C3AD}"/>
              </a:ext>
            </a:extLst>
          </p:cNvPr>
          <p:cNvPicPr/>
          <p:nvPr/>
        </p:nvPicPr>
        <p:blipFill rotWithShape="1">
          <a:blip r:embed="rId8"/>
          <a:srcRect t="8350" r="1832" b="4729"/>
          <a:stretch/>
        </p:blipFill>
        <p:spPr>
          <a:xfrm>
            <a:off x="331014" y="3501340"/>
            <a:ext cx="3868846" cy="2343600"/>
          </a:xfrm>
          <a:prstGeom prst="rect">
            <a:avLst/>
          </a:prstGeom>
        </p:spPr>
      </p:pic>
      <p:cxnSp>
        <p:nvCxnSpPr>
          <p:cNvPr id="23" name="Connettore 2 22">
            <a:extLst>
              <a:ext uri="{FF2B5EF4-FFF2-40B4-BE49-F238E27FC236}">
                <a16:creationId xmlns:a16="http://schemas.microsoft.com/office/drawing/2014/main" id="{D66AD9E0-EAE3-462C-B61E-33554E6B1FCC}"/>
              </a:ext>
            </a:extLst>
          </p:cNvPr>
          <p:cNvCxnSpPr>
            <a:cxnSpLocks/>
          </p:cNvCxnSpPr>
          <p:nvPr/>
        </p:nvCxnSpPr>
        <p:spPr>
          <a:xfrm flipH="1">
            <a:off x="3434319" y="4497822"/>
            <a:ext cx="2211568" cy="44958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93396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Step 6 – Portale firma remota (3/3)</a:t>
            </a:r>
          </a:p>
        </p:txBody>
      </p:sp>
      <p:sp>
        <p:nvSpPr>
          <p:cNvPr id="15" name="Rettangolo 14">
            <a:extLst>
              <a:ext uri="{FF2B5EF4-FFF2-40B4-BE49-F238E27FC236}">
                <a16:creationId xmlns:a16="http://schemas.microsoft.com/office/drawing/2014/main" id="{B8394C1E-91BE-4784-B1D3-C1EE3BB6DE8E}"/>
              </a:ext>
            </a:extLst>
          </p:cNvPr>
          <p:cNvSpPr/>
          <p:nvPr/>
        </p:nvSpPr>
        <p:spPr>
          <a:xfrm>
            <a:off x="1315447" y="5192743"/>
            <a:ext cx="6655982" cy="946994"/>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solidFill>
              </a:rPr>
              <a:t>1 e 2 Inserire il codice OTP e cliccare su «FIRMA MULTIPLA»</a:t>
            </a:r>
          </a:p>
          <a:p>
            <a:pPr algn="ctr"/>
            <a:r>
              <a:rPr lang="it-IT" sz="1200" b="1" dirty="0">
                <a:solidFill>
                  <a:schemeClr val="tx1"/>
                </a:solidFill>
              </a:rPr>
              <a:t>3. </a:t>
            </a:r>
            <a:r>
              <a:rPr lang="it-IT" sz="1200" b="1" dirty="0">
                <a:solidFill>
                  <a:srgbClr val="FF0000"/>
                </a:solidFill>
              </a:rPr>
              <a:t>Cliccare su «COMPLETA» (tasto verde in alto a destra)</a:t>
            </a:r>
          </a:p>
          <a:p>
            <a:pPr algn="ctr"/>
            <a:r>
              <a:rPr lang="it-IT" sz="1200" b="1" dirty="0">
                <a:solidFill>
                  <a:schemeClr val="tx1"/>
                </a:solidFill>
              </a:rPr>
              <a:t>4. Cliccare su «COMPLETA»</a:t>
            </a:r>
          </a:p>
          <a:p>
            <a:pPr algn="ctr"/>
            <a:r>
              <a:rPr lang="it-IT" sz="1200" b="1" dirty="0">
                <a:solidFill>
                  <a:schemeClr val="tx1"/>
                </a:solidFill>
              </a:rPr>
              <a:t>Se il cliente non clicca su «completa» il contratto non risulterà firmato e non arriverà su Space</a:t>
            </a:r>
          </a:p>
        </p:txBody>
      </p:sp>
      <p:pic>
        <p:nvPicPr>
          <p:cNvPr id="12" name="Immagine 11">
            <a:extLst>
              <a:ext uri="{FF2B5EF4-FFF2-40B4-BE49-F238E27FC236}">
                <a16:creationId xmlns:a16="http://schemas.microsoft.com/office/drawing/2014/main" id="{673930D7-DDD2-4494-8D9F-CBBF24F4FE03}"/>
              </a:ext>
            </a:extLst>
          </p:cNvPr>
          <p:cNvPicPr/>
          <p:nvPr/>
        </p:nvPicPr>
        <p:blipFill rotWithShape="1">
          <a:blip r:embed="rId7"/>
          <a:srcRect t="10683" r="1180" b="6765"/>
          <a:stretch/>
        </p:blipFill>
        <p:spPr>
          <a:xfrm>
            <a:off x="328018" y="995403"/>
            <a:ext cx="3751862" cy="1800000"/>
          </a:xfrm>
          <a:prstGeom prst="rect">
            <a:avLst/>
          </a:prstGeom>
        </p:spPr>
      </p:pic>
      <p:pic>
        <p:nvPicPr>
          <p:cNvPr id="13" name="Immagine 12">
            <a:extLst>
              <a:ext uri="{FF2B5EF4-FFF2-40B4-BE49-F238E27FC236}">
                <a16:creationId xmlns:a16="http://schemas.microsoft.com/office/drawing/2014/main" id="{35B7DDF8-E126-43F7-B0FA-A3A7AB31E683}"/>
              </a:ext>
            </a:extLst>
          </p:cNvPr>
          <p:cNvPicPr/>
          <p:nvPr/>
        </p:nvPicPr>
        <p:blipFill rotWithShape="1">
          <a:blip r:embed="rId8"/>
          <a:srcRect t="10740" r="249" b="6765"/>
          <a:stretch/>
        </p:blipFill>
        <p:spPr>
          <a:xfrm>
            <a:off x="4784650" y="1050721"/>
            <a:ext cx="3735764" cy="1800000"/>
          </a:xfrm>
          <a:prstGeom prst="rect">
            <a:avLst/>
          </a:prstGeom>
        </p:spPr>
      </p:pic>
      <p:pic>
        <p:nvPicPr>
          <p:cNvPr id="9" name="Immagine 8">
            <a:extLst>
              <a:ext uri="{FF2B5EF4-FFF2-40B4-BE49-F238E27FC236}">
                <a16:creationId xmlns:a16="http://schemas.microsoft.com/office/drawing/2014/main" id="{B5C5A481-EC3D-4FD1-B7C4-71350FCAC45C}"/>
              </a:ext>
            </a:extLst>
          </p:cNvPr>
          <p:cNvPicPr>
            <a:picLocks noChangeAspect="1"/>
          </p:cNvPicPr>
          <p:nvPr/>
        </p:nvPicPr>
        <p:blipFill rotWithShape="1">
          <a:blip r:embed="rId9"/>
          <a:srcRect t="9379" r="814" b="5660"/>
          <a:stretch/>
        </p:blipFill>
        <p:spPr>
          <a:xfrm>
            <a:off x="4785320" y="3094073"/>
            <a:ext cx="3735765" cy="1800000"/>
          </a:xfrm>
          <a:prstGeom prst="rect">
            <a:avLst/>
          </a:prstGeom>
        </p:spPr>
      </p:pic>
      <p:sp>
        <p:nvSpPr>
          <p:cNvPr id="20" name="Ovale 19">
            <a:extLst>
              <a:ext uri="{FF2B5EF4-FFF2-40B4-BE49-F238E27FC236}">
                <a16:creationId xmlns:a16="http://schemas.microsoft.com/office/drawing/2014/main" id="{B0D62120-8C48-41CA-81F9-60A3B772FD09}"/>
              </a:ext>
            </a:extLst>
          </p:cNvPr>
          <p:cNvSpPr/>
          <p:nvPr/>
        </p:nvSpPr>
        <p:spPr>
          <a:xfrm>
            <a:off x="172585" y="875312"/>
            <a:ext cx="360000" cy="36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b="1" dirty="0">
                <a:solidFill>
                  <a:schemeClr val="tx1"/>
                </a:solidFill>
              </a:rPr>
              <a:t>1</a:t>
            </a:r>
          </a:p>
        </p:txBody>
      </p:sp>
      <p:sp>
        <p:nvSpPr>
          <p:cNvPr id="22" name="Ovale 21">
            <a:extLst>
              <a:ext uri="{FF2B5EF4-FFF2-40B4-BE49-F238E27FC236}">
                <a16:creationId xmlns:a16="http://schemas.microsoft.com/office/drawing/2014/main" id="{459F11E7-CEFA-4C0C-8D5E-0693A52FAC97}"/>
              </a:ext>
            </a:extLst>
          </p:cNvPr>
          <p:cNvSpPr/>
          <p:nvPr/>
        </p:nvSpPr>
        <p:spPr>
          <a:xfrm>
            <a:off x="4686064" y="870721"/>
            <a:ext cx="360000" cy="36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b="1" dirty="0">
                <a:solidFill>
                  <a:schemeClr val="tx1"/>
                </a:solidFill>
              </a:rPr>
              <a:t>2</a:t>
            </a:r>
          </a:p>
        </p:txBody>
      </p:sp>
      <p:sp>
        <p:nvSpPr>
          <p:cNvPr id="25" name="Ovale 24">
            <a:extLst>
              <a:ext uri="{FF2B5EF4-FFF2-40B4-BE49-F238E27FC236}">
                <a16:creationId xmlns:a16="http://schemas.microsoft.com/office/drawing/2014/main" id="{D0D23140-A910-4CAA-BE73-8FAA1F8E9849}"/>
              </a:ext>
            </a:extLst>
          </p:cNvPr>
          <p:cNvSpPr/>
          <p:nvPr/>
        </p:nvSpPr>
        <p:spPr>
          <a:xfrm>
            <a:off x="4622312" y="2969391"/>
            <a:ext cx="360000" cy="36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b="1" dirty="0">
                <a:solidFill>
                  <a:schemeClr val="tx1"/>
                </a:solidFill>
              </a:rPr>
              <a:t>4</a:t>
            </a:r>
          </a:p>
        </p:txBody>
      </p:sp>
      <p:pic>
        <p:nvPicPr>
          <p:cNvPr id="6" name="Immagine 5">
            <a:extLst>
              <a:ext uri="{FF2B5EF4-FFF2-40B4-BE49-F238E27FC236}">
                <a16:creationId xmlns:a16="http://schemas.microsoft.com/office/drawing/2014/main" id="{445F0805-6821-43B1-9001-AEB3B1FA1908}"/>
              </a:ext>
            </a:extLst>
          </p:cNvPr>
          <p:cNvPicPr>
            <a:picLocks noChangeAspect="1"/>
          </p:cNvPicPr>
          <p:nvPr/>
        </p:nvPicPr>
        <p:blipFill rotWithShape="1">
          <a:blip r:embed="rId10"/>
          <a:srcRect t="10365" r="1657" b="11036"/>
          <a:stretch/>
        </p:blipFill>
        <p:spPr>
          <a:xfrm>
            <a:off x="328017" y="3115397"/>
            <a:ext cx="3751863" cy="1686693"/>
          </a:xfrm>
          <a:prstGeom prst="rect">
            <a:avLst/>
          </a:prstGeom>
        </p:spPr>
      </p:pic>
      <p:sp>
        <p:nvSpPr>
          <p:cNvPr id="16" name="Ovale 15">
            <a:extLst>
              <a:ext uri="{FF2B5EF4-FFF2-40B4-BE49-F238E27FC236}">
                <a16:creationId xmlns:a16="http://schemas.microsoft.com/office/drawing/2014/main" id="{2BCA5651-B648-4C39-B95C-18FD1E9E4274}"/>
              </a:ext>
            </a:extLst>
          </p:cNvPr>
          <p:cNvSpPr/>
          <p:nvPr/>
        </p:nvSpPr>
        <p:spPr>
          <a:xfrm>
            <a:off x="142935" y="2935397"/>
            <a:ext cx="360000" cy="36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b="1" dirty="0">
                <a:solidFill>
                  <a:schemeClr val="tx1"/>
                </a:solidFill>
              </a:rPr>
              <a:t>3</a:t>
            </a:r>
          </a:p>
        </p:txBody>
      </p:sp>
      <p:sp>
        <p:nvSpPr>
          <p:cNvPr id="5" name="Ovale 4">
            <a:extLst>
              <a:ext uri="{FF2B5EF4-FFF2-40B4-BE49-F238E27FC236}">
                <a16:creationId xmlns:a16="http://schemas.microsoft.com/office/drawing/2014/main" id="{8D4B7ACB-4163-4A43-BB85-529DA96787C4}"/>
              </a:ext>
            </a:extLst>
          </p:cNvPr>
          <p:cNvSpPr/>
          <p:nvPr/>
        </p:nvSpPr>
        <p:spPr>
          <a:xfrm>
            <a:off x="3240636" y="3003035"/>
            <a:ext cx="931314" cy="42596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dirty="0">
              <a:solidFill>
                <a:schemeClr val="tx1"/>
              </a:solidFill>
            </a:endParaRPr>
          </a:p>
        </p:txBody>
      </p:sp>
      <p:pic>
        <p:nvPicPr>
          <p:cNvPr id="8" name="Elemento grafico 7" descr="Punto esclamativo con riempimento a tinta unita">
            <a:extLst>
              <a:ext uri="{FF2B5EF4-FFF2-40B4-BE49-F238E27FC236}">
                <a16:creationId xmlns:a16="http://schemas.microsoft.com/office/drawing/2014/main" id="{5200D9C1-7C14-E90B-812D-F3B1DE07065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9272" y="5717361"/>
            <a:ext cx="290472" cy="290472"/>
          </a:xfrm>
          <a:prstGeom prst="rect">
            <a:avLst/>
          </a:prstGeom>
        </p:spPr>
      </p:pic>
    </p:spTree>
    <p:extLst>
      <p:ext uri="{BB962C8B-B14F-4D97-AF65-F5344CB8AC3E}">
        <p14:creationId xmlns:p14="http://schemas.microsoft.com/office/powerpoint/2010/main" val="3167979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6" name="Titolo 5">
            <a:extLst>
              <a:ext uri="{FF2B5EF4-FFF2-40B4-BE49-F238E27FC236}">
                <a16:creationId xmlns:a16="http://schemas.microsoft.com/office/drawing/2014/main" id="{466A790C-9270-4A08-B7C3-742993DD65E3}"/>
              </a:ext>
            </a:extLst>
          </p:cNvPr>
          <p:cNvSpPr>
            <a:spLocks noGrp="1"/>
          </p:cNvSpPr>
          <p:nvPr>
            <p:ph type="title"/>
          </p:nvPr>
        </p:nvSpPr>
        <p:spPr/>
        <p:txBody>
          <a:bodyPr vert="horz"/>
          <a:lstStyle/>
          <a:p>
            <a:r>
              <a:rPr lang="it-IT" b="0" dirty="0"/>
              <a:t>Step 6 – Contratto Firmato </a:t>
            </a:r>
            <a:r>
              <a:rPr lang="it-IT" dirty="0"/>
              <a:t> </a:t>
            </a:r>
          </a:p>
        </p:txBody>
      </p:sp>
      <p:pic>
        <p:nvPicPr>
          <p:cNvPr id="10" name="Immagine 9">
            <a:extLst>
              <a:ext uri="{FF2B5EF4-FFF2-40B4-BE49-F238E27FC236}">
                <a16:creationId xmlns:a16="http://schemas.microsoft.com/office/drawing/2014/main" id="{4A17540B-E864-4D58-909F-8BF78E90663E}"/>
              </a:ext>
            </a:extLst>
          </p:cNvPr>
          <p:cNvPicPr>
            <a:picLocks noChangeAspect="1"/>
          </p:cNvPicPr>
          <p:nvPr/>
        </p:nvPicPr>
        <p:blipFill rotWithShape="1">
          <a:blip r:embed="rId7"/>
          <a:srcRect t="10254" r="1138" b="6783"/>
          <a:stretch/>
        </p:blipFill>
        <p:spPr>
          <a:xfrm>
            <a:off x="252000" y="1266886"/>
            <a:ext cx="4320000" cy="2039211"/>
          </a:xfrm>
          <a:prstGeom prst="rect">
            <a:avLst/>
          </a:prstGeom>
        </p:spPr>
      </p:pic>
      <p:sp>
        <p:nvSpPr>
          <p:cNvPr id="16" name="Ovale 15">
            <a:extLst>
              <a:ext uri="{FF2B5EF4-FFF2-40B4-BE49-F238E27FC236}">
                <a16:creationId xmlns:a16="http://schemas.microsoft.com/office/drawing/2014/main" id="{3F5A2D95-25F2-4201-9515-EDF2DBB3836A}"/>
              </a:ext>
            </a:extLst>
          </p:cNvPr>
          <p:cNvSpPr/>
          <p:nvPr/>
        </p:nvSpPr>
        <p:spPr>
          <a:xfrm>
            <a:off x="4283438" y="1064918"/>
            <a:ext cx="360000" cy="36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b="1" dirty="0">
                <a:solidFill>
                  <a:schemeClr val="tx1"/>
                </a:solidFill>
              </a:rPr>
              <a:t>1</a:t>
            </a:r>
          </a:p>
        </p:txBody>
      </p:sp>
      <p:sp>
        <p:nvSpPr>
          <p:cNvPr id="20" name="Rettangolo 19">
            <a:extLst>
              <a:ext uri="{FF2B5EF4-FFF2-40B4-BE49-F238E27FC236}">
                <a16:creationId xmlns:a16="http://schemas.microsoft.com/office/drawing/2014/main" id="{D184F413-56A4-4D8E-B0D3-C9953C5425B9}"/>
              </a:ext>
            </a:extLst>
          </p:cNvPr>
          <p:cNvSpPr/>
          <p:nvPr/>
        </p:nvSpPr>
        <p:spPr>
          <a:xfrm>
            <a:off x="4885583" y="2733530"/>
            <a:ext cx="3471238" cy="139093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gn="ctr">
              <a:buAutoNum type="arabicPeriod"/>
            </a:pPr>
            <a:r>
              <a:rPr lang="it-IT" sz="1200" b="1" dirty="0">
                <a:solidFill>
                  <a:schemeClr val="tx1"/>
                </a:solidFill>
              </a:rPr>
              <a:t>Schermata cliente  che attesta l’avvenuta firma del contratto</a:t>
            </a:r>
          </a:p>
          <a:p>
            <a:pPr marL="228600" indent="-228600" algn="ctr">
              <a:buFontTx/>
              <a:buAutoNum type="arabicPeriod"/>
            </a:pPr>
            <a:r>
              <a:rPr lang="it-IT" sz="1200" b="1" dirty="0">
                <a:solidFill>
                  <a:schemeClr val="tx1"/>
                </a:solidFill>
              </a:rPr>
              <a:t> Schermata agente che attesta l’avvenuta firma del contratto su </a:t>
            </a:r>
            <a:r>
              <a:rPr lang="it-IT" sz="1200" b="1" dirty="0" err="1">
                <a:solidFill>
                  <a:schemeClr val="tx1"/>
                </a:solidFill>
              </a:rPr>
              <a:t>apparound</a:t>
            </a:r>
            <a:endParaRPr lang="it-IT" sz="1200" b="1" dirty="0">
              <a:solidFill>
                <a:schemeClr val="tx1"/>
              </a:solidFill>
            </a:endParaRPr>
          </a:p>
          <a:p>
            <a:pPr algn="ctr"/>
            <a:endParaRPr lang="it-IT" sz="1200" b="1" dirty="0">
              <a:solidFill>
                <a:schemeClr val="tx1"/>
              </a:solidFill>
            </a:endParaRPr>
          </a:p>
        </p:txBody>
      </p:sp>
      <p:pic>
        <p:nvPicPr>
          <p:cNvPr id="5" name="Immagine 4">
            <a:extLst>
              <a:ext uri="{FF2B5EF4-FFF2-40B4-BE49-F238E27FC236}">
                <a16:creationId xmlns:a16="http://schemas.microsoft.com/office/drawing/2014/main" id="{A290097D-9AF1-42F4-BA8C-7ED38BBEE9D6}"/>
              </a:ext>
            </a:extLst>
          </p:cNvPr>
          <p:cNvPicPr>
            <a:picLocks noChangeAspect="1"/>
          </p:cNvPicPr>
          <p:nvPr/>
        </p:nvPicPr>
        <p:blipFill rotWithShape="1">
          <a:blip r:embed="rId8"/>
          <a:srcRect t="4988" r="990" b="5989"/>
          <a:stretch/>
        </p:blipFill>
        <p:spPr>
          <a:xfrm>
            <a:off x="251999" y="3666854"/>
            <a:ext cx="4320000" cy="2184889"/>
          </a:xfrm>
          <a:prstGeom prst="rect">
            <a:avLst/>
          </a:prstGeom>
        </p:spPr>
      </p:pic>
      <p:sp>
        <p:nvSpPr>
          <p:cNvPr id="12" name="Ovale 11">
            <a:extLst>
              <a:ext uri="{FF2B5EF4-FFF2-40B4-BE49-F238E27FC236}">
                <a16:creationId xmlns:a16="http://schemas.microsoft.com/office/drawing/2014/main" id="{BCF06E74-06F1-4DE1-9475-D303D8EB9BF2}"/>
              </a:ext>
            </a:extLst>
          </p:cNvPr>
          <p:cNvSpPr/>
          <p:nvPr/>
        </p:nvSpPr>
        <p:spPr>
          <a:xfrm>
            <a:off x="4283438" y="3508065"/>
            <a:ext cx="360000" cy="360000"/>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b="1" dirty="0">
                <a:solidFill>
                  <a:schemeClr val="tx1"/>
                </a:solidFill>
              </a:rPr>
              <a:t>2</a:t>
            </a:r>
          </a:p>
        </p:txBody>
      </p:sp>
    </p:spTree>
    <p:extLst>
      <p:ext uri="{BB962C8B-B14F-4D97-AF65-F5344CB8AC3E}">
        <p14:creationId xmlns:p14="http://schemas.microsoft.com/office/powerpoint/2010/main" val="2513827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CLIENTE – Step 6 – Contratto Firmato</a:t>
            </a:r>
          </a:p>
        </p:txBody>
      </p:sp>
      <p:pic>
        <p:nvPicPr>
          <p:cNvPr id="5" name="Immagine 4">
            <a:extLst>
              <a:ext uri="{FF2B5EF4-FFF2-40B4-BE49-F238E27FC236}">
                <a16:creationId xmlns:a16="http://schemas.microsoft.com/office/drawing/2014/main" id="{749F600C-4AEC-4870-9FD0-830BAA11E82A}"/>
              </a:ext>
            </a:extLst>
          </p:cNvPr>
          <p:cNvPicPr>
            <a:picLocks noChangeAspect="1"/>
          </p:cNvPicPr>
          <p:nvPr/>
        </p:nvPicPr>
        <p:blipFill>
          <a:blip r:embed="rId7"/>
          <a:stretch>
            <a:fillRect/>
          </a:stretch>
        </p:blipFill>
        <p:spPr>
          <a:xfrm>
            <a:off x="4294094" y="1981031"/>
            <a:ext cx="3959352" cy="22671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Fumetto: rettangolo 15">
            <a:extLst>
              <a:ext uri="{FF2B5EF4-FFF2-40B4-BE49-F238E27FC236}">
                <a16:creationId xmlns:a16="http://schemas.microsoft.com/office/drawing/2014/main" id="{28892A25-8B83-4EC2-9DAE-DBCE5F8B9E8B}"/>
              </a:ext>
            </a:extLst>
          </p:cNvPr>
          <p:cNvSpPr/>
          <p:nvPr/>
        </p:nvSpPr>
        <p:spPr>
          <a:xfrm>
            <a:off x="352485" y="2634583"/>
            <a:ext cx="3103066" cy="1236794"/>
          </a:xfrm>
          <a:prstGeom prst="wedgeRectCallout">
            <a:avLst>
              <a:gd name="adj1" fmla="val 75152"/>
              <a:gd name="adj2" fmla="val -34049"/>
            </a:avLst>
          </a:prstGeom>
          <a:solidFill>
            <a:srgbClr val="F5C20F"/>
          </a:solidFill>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solidFill>
              </a:rPr>
              <a:t>A seguito della firma, il cliente riceverà una mail con allegato il PDF del contratto</a:t>
            </a:r>
          </a:p>
          <a:p>
            <a:pPr algn="ctr"/>
            <a:r>
              <a:rPr lang="it-IT" sz="1200" b="1" dirty="0">
                <a:solidFill>
                  <a:schemeClr val="tx1"/>
                </a:solidFill>
              </a:rPr>
              <a:t>Mentre l’agente riceverà una email di notifica di avvenuta firma del contratto</a:t>
            </a:r>
          </a:p>
        </p:txBody>
      </p:sp>
      <p:sp>
        <p:nvSpPr>
          <p:cNvPr id="6" name="Rettangolo 5">
            <a:extLst>
              <a:ext uri="{FF2B5EF4-FFF2-40B4-BE49-F238E27FC236}">
                <a16:creationId xmlns:a16="http://schemas.microsoft.com/office/drawing/2014/main" id="{0F0D76D1-3632-A6DA-3DA7-FBBC6254FDFA}"/>
              </a:ext>
            </a:extLst>
          </p:cNvPr>
          <p:cNvSpPr/>
          <p:nvPr/>
        </p:nvSpPr>
        <p:spPr>
          <a:xfrm>
            <a:off x="4559558" y="2401609"/>
            <a:ext cx="800100" cy="69574"/>
          </a:xfrm>
          <a:prstGeom prst="rect">
            <a:avLst/>
          </a:prstGeom>
          <a:solidFill>
            <a:schemeClr val="bg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dirty="0">
              <a:solidFill>
                <a:schemeClr val="tx1"/>
              </a:solidFill>
            </a:endParaRPr>
          </a:p>
        </p:txBody>
      </p:sp>
    </p:spTree>
    <p:extLst>
      <p:ext uri="{BB962C8B-B14F-4D97-AF65-F5344CB8AC3E}">
        <p14:creationId xmlns:p14="http://schemas.microsoft.com/office/powerpoint/2010/main" val="1458621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236974" y="135855"/>
            <a:ext cx="8670051" cy="369322"/>
          </a:xfrm>
        </p:spPr>
        <p:txBody>
          <a:bodyPr vert="horz" wrap="square" lIns="91429" tIns="45715" rIns="91429" bIns="45715" rtlCol="0" anchor="t" anchorCtr="0">
            <a:spAutoFit/>
          </a:bodyPr>
          <a:lstStyle/>
          <a:p>
            <a:r>
              <a:rPr lang="it-IT" b="0" dirty="0"/>
              <a:t>Caricamento contratto sul sistema di in-</a:t>
            </a:r>
            <a:r>
              <a:rPr lang="it-IT" b="0" dirty="0" err="1"/>
              <a:t>order</a:t>
            </a:r>
            <a:r>
              <a:rPr lang="it-IT" b="0" dirty="0"/>
              <a:t> (SPACE) - Monitoraggio Stato Contratto</a:t>
            </a:r>
          </a:p>
        </p:txBody>
      </p:sp>
      <p:sp>
        <p:nvSpPr>
          <p:cNvPr id="10" name="Rettangolo 9">
            <a:extLst>
              <a:ext uri="{FF2B5EF4-FFF2-40B4-BE49-F238E27FC236}">
                <a16:creationId xmlns:a16="http://schemas.microsoft.com/office/drawing/2014/main" id="{43DF5E1D-91FA-492D-8578-A6A09D115783}"/>
              </a:ext>
            </a:extLst>
          </p:cNvPr>
          <p:cNvSpPr/>
          <p:nvPr/>
        </p:nvSpPr>
        <p:spPr>
          <a:xfrm>
            <a:off x="1568369" y="1053604"/>
            <a:ext cx="6007260" cy="76847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Dopo pochi secondi che il cliente firma viene aggiornato anche lo stato del contatto sull’</a:t>
            </a:r>
            <a:r>
              <a:rPr lang="it-IT" sz="1400" dirty="0" err="1">
                <a:solidFill>
                  <a:schemeClr val="tx1"/>
                </a:solidFill>
              </a:rPr>
              <a:t>app</a:t>
            </a:r>
            <a:r>
              <a:rPr lang="it-IT" sz="1400" dirty="0">
                <a:solidFill>
                  <a:schemeClr val="tx1"/>
                </a:solidFill>
              </a:rPr>
              <a:t> e passa in firmato. </a:t>
            </a:r>
          </a:p>
          <a:p>
            <a:pPr algn="ctr"/>
            <a:endParaRPr lang="it-IT" sz="1400" dirty="0">
              <a:solidFill>
                <a:schemeClr val="tx1"/>
              </a:solidFill>
            </a:endParaRPr>
          </a:p>
        </p:txBody>
      </p:sp>
      <p:sp>
        <p:nvSpPr>
          <p:cNvPr id="7" name="Rettangolo 6">
            <a:extLst>
              <a:ext uri="{FF2B5EF4-FFF2-40B4-BE49-F238E27FC236}">
                <a16:creationId xmlns:a16="http://schemas.microsoft.com/office/drawing/2014/main" id="{CD9C5580-FF2A-41F7-9FEE-9B7509E04CD1}"/>
              </a:ext>
            </a:extLst>
          </p:cNvPr>
          <p:cNvSpPr/>
          <p:nvPr/>
        </p:nvSpPr>
        <p:spPr>
          <a:xfrm>
            <a:off x="1568369" y="2969900"/>
            <a:ext cx="6007260" cy="76847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Il contratto passerà in automatico sul sistema di in </a:t>
            </a:r>
            <a:r>
              <a:rPr lang="it-IT" sz="1400" dirty="0" err="1">
                <a:solidFill>
                  <a:schemeClr val="tx1"/>
                </a:solidFill>
              </a:rPr>
              <a:t>order</a:t>
            </a:r>
            <a:r>
              <a:rPr lang="it-IT" sz="1400" dirty="0">
                <a:solidFill>
                  <a:schemeClr val="tx1"/>
                </a:solidFill>
              </a:rPr>
              <a:t> Sorgenia (Space)</a:t>
            </a:r>
          </a:p>
        </p:txBody>
      </p:sp>
      <p:sp>
        <p:nvSpPr>
          <p:cNvPr id="8" name="Rettangolo 7">
            <a:extLst>
              <a:ext uri="{FF2B5EF4-FFF2-40B4-BE49-F238E27FC236}">
                <a16:creationId xmlns:a16="http://schemas.microsoft.com/office/drawing/2014/main" id="{7888A5E2-7BAA-43E8-B7D0-3C37F29276B6}"/>
              </a:ext>
            </a:extLst>
          </p:cNvPr>
          <p:cNvSpPr/>
          <p:nvPr/>
        </p:nvSpPr>
        <p:spPr>
          <a:xfrm>
            <a:off x="1568369" y="3928048"/>
            <a:ext cx="6007260" cy="76847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Sarà possibile verificare lo stato del contratto su Space seguendo le istruzioni presenti a pag.67 del Manuale Utente presente sul portale agenti LOGOS</a:t>
            </a:r>
          </a:p>
          <a:p>
            <a:pPr algn="ctr"/>
            <a:endParaRPr lang="it-IT" sz="1400" dirty="0">
              <a:solidFill>
                <a:schemeClr val="tx1"/>
              </a:solidFill>
            </a:endParaRPr>
          </a:p>
        </p:txBody>
      </p:sp>
      <p:sp>
        <p:nvSpPr>
          <p:cNvPr id="9" name="Rettangolo 8">
            <a:extLst>
              <a:ext uri="{FF2B5EF4-FFF2-40B4-BE49-F238E27FC236}">
                <a16:creationId xmlns:a16="http://schemas.microsoft.com/office/drawing/2014/main" id="{7B747847-1994-435C-9C28-C74D4FCC8726}"/>
              </a:ext>
            </a:extLst>
          </p:cNvPr>
          <p:cNvSpPr/>
          <p:nvPr/>
        </p:nvSpPr>
        <p:spPr>
          <a:xfrm>
            <a:off x="1568369" y="4886195"/>
            <a:ext cx="6007260" cy="76847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rPr>
              <a:t>Mail di supporto Apparound</a:t>
            </a:r>
          </a:p>
          <a:p>
            <a:pPr algn="ctr"/>
            <a:r>
              <a:rPr lang="it-IT" sz="1400" dirty="0">
                <a:solidFill>
                  <a:schemeClr val="tx1"/>
                </a:solidFill>
              </a:rPr>
              <a:t>Supportosorgenia@apparound.com</a:t>
            </a:r>
          </a:p>
          <a:p>
            <a:pPr algn="ctr"/>
            <a:endParaRPr lang="it-IT" sz="1400" dirty="0">
              <a:solidFill>
                <a:schemeClr val="tx1"/>
              </a:solidFill>
            </a:endParaRPr>
          </a:p>
        </p:txBody>
      </p:sp>
      <p:sp>
        <p:nvSpPr>
          <p:cNvPr id="5" name="Rectangle 4">
            <a:extLst>
              <a:ext uri="{FF2B5EF4-FFF2-40B4-BE49-F238E27FC236}">
                <a16:creationId xmlns:a16="http://schemas.microsoft.com/office/drawing/2014/main" id="{65BCAF2D-6048-3F00-BFB6-AF5C06DD7023}"/>
              </a:ext>
            </a:extLst>
          </p:cNvPr>
          <p:cNvSpPr>
            <a:spLocks noChangeArrowheads="1"/>
          </p:cNvSpPr>
          <p:nvPr/>
        </p:nvSpPr>
        <p:spPr bwMode="auto">
          <a:xfrm>
            <a:off x="0" y="4050476"/>
            <a:ext cx="9224009"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300" b="0" i="0" u="none" strike="noStrike" cap="none" normalizeH="0" baseline="0" dirty="0">
                <a:ln>
                  <a:noFill/>
                </a:ln>
                <a:effectLst/>
                <a:latin typeface="+mn-lt"/>
              </a:rPr>
              <a:t> </a:t>
            </a:r>
            <a:endParaRPr kumimoji="0" lang="it-IT" altLang="it-IT" sz="1800" b="0" i="0" u="none" strike="noStrike" cap="none" normalizeH="0" baseline="0" dirty="0">
              <a:ln>
                <a:noFill/>
              </a:ln>
              <a:effectLst/>
              <a:latin typeface="+mn-lt"/>
            </a:endParaRPr>
          </a:p>
        </p:txBody>
      </p:sp>
      <p:sp>
        <p:nvSpPr>
          <p:cNvPr id="6" name="Rettangolo 5">
            <a:extLst>
              <a:ext uri="{FF2B5EF4-FFF2-40B4-BE49-F238E27FC236}">
                <a16:creationId xmlns:a16="http://schemas.microsoft.com/office/drawing/2014/main" id="{A7F1D1F2-24F9-3485-23EC-480F9171D3E8}"/>
              </a:ext>
            </a:extLst>
          </p:cNvPr>
          <p:cNvSpPr/>
          <p:nvPr/>
        </p:nvSpPr>
        <p:spPr>
          <a:xfrm>
            <a:off x="1568369" y="2011752"/>
            <a:ext cx="6007260" cy="768479"/>
          </a:xfrm>
          <a:prstGeom prst="rect">
            <a:avLst/>
          </a:prstGeom>
          <a:solidFill>
            <a:srgbClr val="F5C20F"/>
          </a:solid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it-IT" altLang="it-IT" sz="1300" b="0" i="0" u="none" strike="noStrike" kern="1200" cap="none" spc="0" normalizeH="0" baseline="0" noProof="0" dirty="0">
                <a:ln>
                  <a:noFill/>
                </a:ln>
                <a:solidFill>
                  <a:prstClr val="black"/>
                </a:solidFill>
                <a:effectLst/>
                <a:uLnTx/>
                <a:uFillTx/>
                <a:latin typeface="Calibri"/>
                <a:ea typeface="+mn-ea"/>
                <a:cs typeface="Arial" charset="0"/>
              </a:rPr>
              <a:t>Da febbraio 2026 è presente il nuovo sistema di CCQ Digital, per maggiori informazioni vedere il manuale «CCQ DIGITAL – FORMAZIONE»</a:t>
            </a:r>
            <a:endParaRPr lang="it-IT" sz="1400" dirty="0">
              <a:solidFill>
                <a:schemeClr val="tx1"/>
              </a:solidFill>
            </a:endParaRPr>
          </a:p>
        </p:txBody>
      </p:sp>
    </p:spTree>
    <p:extLst>
      <p:ext uri="{BB962C8B-B14F-4D97-AF65-F5344CB8AC3E}">
        <p14:creationId xmlns:p14="http://schemas.microsoft.com/office/powerpoint/2010/main" val="33296617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ggetto 2" hidden="1"/>
          <p:cNvGraphicFramePr>
            <a:graphicFrameLocks noChangeAspect="1"/>
          </p:cNvGraphicFramePr>
          <p:nvPr>
            <p:custDataLst>
              <p:tags r:id="rId1"/>
            </p:custDataLst>
            <p:extLst>
              <p:ext uri="{D42A27DB-BD31-4B8C-83A1-F6EECF244321}">
                <p14:modId xmlns:p14="http://schemas.microsoft.com/office/powerpoint/2010/main" val="26573323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think-cell" r:id="rId5" imgW="270" imgH="270" progId="TCLayout.ActiveDocument.1">
                  <p:embed/>
                </p:oleObj>
              </mc:Choice>
              <mc:Fallback>
                <p:oleObj name="Diapositiva think-cell" r:id="rId5" imgW="270" imgH="270" progId="TCLayout.ActiveDocument.1">
                  <p:embed/>
                  <p:pic>
                    <p:nvPicPr>
                      <p:cNvPr id="3" name="Oggetto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ttangolo 1" hidden="1"/>
          <p:cNvSpPr/>
          <p:nvPr>
            <p:custDataLst>
              <p:tags r:id="rId2"/>
            </p:custDataLst>
          </p:nvPr>
        </p:nvSpPr>
        <p:spPr bwMode="auto">
          <a:xfrm>
            <a:off x="0" y="0"/>
            <a:ext cx="158750" cy="15875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it-IT" dirty="0">
              <a:solidFill>
                <a:prstClr val="white"/>
              </a:solidFill>
              <a:latin typeface="Calibri" panose="020F0502020204030204" pitchFamily="34" charset="0"/>
              <a:ea typeface="+mj-ea"/>
              <a:cs typeface="+mj-cs"/>
              <a:sym typeface="Calibri" panose="020F0502020204030204" pitchFamily="34" charset="0"/>
            </a:endParaRPr>
          </a:p>
        </p:txBody>
      </p:sp>
      <p:sp>
        <p:nvSpPr>
          <p:cNvPr id="4" name="Titolo 3"/>
          <p:cNvSpPr>
            <a:spLocks noGrp="1"/>
          </p:cNvSpPr>
          <p:nvPr>
            <p:ph type="title"/>
          </p:nvPr>
        </p:nvSpPr>
        <p:spPr>
          <a:xfrm>
            <a:off x="142935" y="171647"/>
            <a:ext cx="8670051" cy="369322"/>
          </a:xfrm>
        </p:spPr>
        <p:txBody>
          <a:bodyPr vert="horz" wrap="square" lIns="91429" tIns="45715" rIns="91429" bIns="45715" rtlCol="0" anchor="t" anchorCtr="0">
            <a:spAutoFit/>
          </a:bodyPr>
          <a:lstStyle/>
          <a:p>
            <a:r>
              <a:rPr lang="it-IT" b="0" dirty="0"/>
              <a:t>Offerta su Misura – Note Utili</a:t>
            </a:r>
          </a:p>
        </p:txBody>
      </p:sp>
      <p:sp>
        <p:nvSpPr>
          <p:cNvPr id="9" name="Rectangle 4">
            <a:extLst>
              <a:ext uri="{FF2B5EF4-FFF2-40B4-BE49-F238E27FC236}">
                <a16:creationId xmlns:a16="http://schemas.microsoft.com/office/drawing/2014/main" id="{1457692E-46F0-449B-B5F7-FB0ACF054B91}"/>
              </a:ext>
            </a:extLst>
          </p:cNvPr>
          <p:cNvSpPr>
            <a:spLocks noChangeArrowheads="1"/>
          </p:cNvSpPr>
          <p:nvPr/>
        </p:nvSpPr>
        <p:spPr bwMode="auto">
          <a:xfrm>
            <a:off x="0" y="1121101"/>
            <a:ext cx="9224009"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300" b="0" i="0" u="none" strike="noStrike" cap="none" normalizeH="0" baseline="0" dirty="0">
                <a:ln>
                  <a:noFill/>
                </a:ln>
                <a:effectLst/>
                <a:latin typeface="+mn-lt"/>
              </a:rPr>
              <a:t> </a:t>
            </a:r>
            <a:r>
              <a:rPr kumimoji="0" lang="it-IT" altLang="it-IT" sz="1300" b="0" i="0" u="none" strike="noStrike" cap="none" normalizeH="0" baseline="0" dirty="0" err="1">
                <a:ln>
                  <a:noFill/>
                </a:ln>
                <a:effectLst/>
                <a:latin typeface="+mn-lt"/>
              </a:rPr>
              <a:t>Apparound</a:t>
            </a:r>
            <a:r>
              <a:rPr kumimoji="0" lang="it-IT" altLang="it-IT" sz="1300" b="0" i="0" u="none" strike="noStrike" cap="none" normalizeH="0" baseline="0" dirty="0">
                <a:ln>
                  <a:noFill/>
                </a:ln>
                <a:effectLst/>
                <a:latin typeface="+mn-lt"/>
              </a:rPr>
              <a:t> è disponibile su una grande varietà di piattaforme mobile ed è fruibile con la maggior parte dei principali browser web,</a:t>
            </a:r>
          </a:p>
          <a:p>
            <a:pPr lvl="0" defTabSz="914400" eaLnBrk="0" hangingPunct="0"/>
            <a:r>
              <a:rPr kumimoji="0" lang="it-IT" altLang="it-IT" sz="1300" b="0" i="0" u="none" strike="noStrike" cap="none" normalizeH="0" baseline="0" dirty="0">
                <a:ln>
                  <a:noFill/>
                </a:ln>
                <a:effectLst/>
                <a:latin typeface="+mn-lt"/>
              </a:rPr>
              <a:t> risoluzioni, sistemi operativi, storage, </a:t>
            </a:r>
            <a:r>
              <a:rPr kumimoji="0" lang="it-IT" altLang="it-IT" sz="1300" b="0" i="0" u="none" strike="noStrike" cap="none" normalizeH="0" baseline="0" dirty="0" err="1">
                <a:ln>
                  <a:noFill/>
                </a:ln>
                <a:effectLst/>
                <a:latin typeface="+mn-lt"/>
              </a:rPr>
              <a:t>ram</a:t>
            </a:r>
            <a:r>
              <a:rPr kumimoji="0" lang="it-IT" altLang="it-IT" sz="1300" b="0" i="0" u="none" strike="noStrike" cap="none" normalizeH="0" baseline="0" dirty="0">
                <a:ln>
                  <a:noFill/>
                </a:ln>
                <a:effectLst/>
                <a:latin typeface="+mn-lt"/>
              </a:rPr>
              <a:t> e browser mobile. Per maggiori dettagli visitare il sito </a:t>
            </a:r>
            <a:r>
              <a:rPr lang="it-IT" altLang="it-IT" sz="1300" dirty="0">
                <a:latin typeface="+mn-lt"/>
              </a:rPr>
              <a:t> https://www.apparound.com/it/device-compatibili/</a:t>
            </a:r>
            <a:endParaRPr kumimoji="0" lang="it-IT" altLang="it-IT" sz="1800" b="0" i="0" u="none" strike="noStrike" cap="none" normalizeH="0" baseline="0" dirty="0">
              <a:ln>
                <a:noFill/>
              </a:ln>
              <a:effectLst/>
              <a:latin typeface="+mn-lt"/>
            </a:endParaRPr>
          </a:p>
        </p:txBody>
      </p:sp>
      <p:sp>
        <p:nvSpPr>
          <p:cNvPr id="7" name="Rectangle 4">
            <a:extLst>
              <a:ext uri="{FF2B5EF4-FFF2-40B4-BE49-F238E27FC236}">
                <a16:creationId xmlns:a16="http://schemas.microsoft.com/office/drawing/2014/main" id="{DAF29D58-779C-4E95-BCA1-AEAD0474ED11}"/>
              </a:ext>
            </a:extLst>
          </p:cNvPr>
          <p:cNvSpPr>
            <a:spLocks noChangeArrowheads="1"/>
          </p:cNvSpPr>
          <p:nvPr/>
        </p:nvSpPr>
        <p:spPr bwMode="auto">
          <a:xfrm>
            <a:off x="63421" y="1888073"/>
            <a:ext cx="922400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300" b="0" i="0" u="none" strike="noStrike" cap="none" normalizeH="0" baseline="0" dirty="0">
                <a:ln>
                  <a:noFill/>
                </a:ln>
                <a:effectLst/>
                <a:latin typeface="+mn-lt"/>
              </a:rPr>
              <a:t>Da Settembre 2021 Apparound è disponibile anche direttamente sul web all’indirizzo</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sz="1300" dirty="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it-IT" b="0" i="0" u="none" strike="noStrike" dirty="0">
                <a:solidFill>
                  <a:srgbClr val="FFFF01"/>
                </a:solidFill>
                <a:effectLst/>
                <a:latin typeface="Segoe UI" panose="020B0502040204020203" pitchFamily="34" charset="0"/>
                <a:hlinkClick r:id="rId7" tooltip="https://webclient.apparound.com/"/>
              </a:rPr>
              <a:t>https://webclient.apparound.com/</a:t>
            </a:r>
            <a:endParaRPr kumimoji="0" lang="it-IT" altLang="it-IT" sz="1800" b="0" i="0" u="none" strike="noStrike" cap="none" normalizeH="0" baseline="0" dirty="0">
              <a:ln>
                <a:noFill/>
              </a:ln>
              <a:effectLst/>
              <a:latin typeface="+mn-lt"/>
            </a:endParaRPr>
          </a:p>
        </p:txBody>
      </p:sp>
      <p:sp>
        <p:nvSpPr>
          <p:cNvPr id="8" name="Rectangle 4">
            <a:extLst>
              <a:ext uri="{FF2B5EF4-FFF2-40B4-BE49-F238E27FC236}">
                <a16:creationId xmlns:a16="http://schemas.microsoft.com/office/drawing/2014/main" id="{41C8CF7A-0D8B-4238-AF49-BA9B3734F355}"/>
              </a:ext>
            </a:extLst>
          </p:cNvPr>
          <p:cNvSpPr>
            <a:spLocks noChangeArrowheads="1"/>
          </p:cNvSpPr>
          <p:nvPr/>
        </p:nvSpPr>
        <p:spPr bwMode="auto">
          <a:xfrm>
            <a:off x="63420" y="2832010"/>
            <a:ext cx="9224009"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300" b="0" i="0" u="none" strike="noStrike" cap="none" normalizeH="0" baseline="0" dirty="0">
                <a:ln>
                  <a:noFill/>
                </a:ln>
                <a:effectLst/>
                <a:latin typeface="+mn-lt"/>
              </a:rPr>
              <a:t>Vi ricordo che la mail di supporto è </a:t>
            </a:r>
          </a:p>
          <a:p>
            <a:pPr marL="0" marR="0" lvl="0" indent="0" algn="l" defTabSz="914400" rtl="0" eaLnBrk="0" fontAlgn="base" latinLnBrk="0" hangingPunct="0">
              <a:lnSpc>
                <a:spcPct val="100000"/>
              </a:lnSpc>
              <a:spcBef>
                <a:spcPct val="0"/>
              </a:spcBef>
              <a:spcAft>
                <a:spcPct val="0"/>
              </a:spcAft>
              <a:buClrTx/>
              <a:buSzTx/>
              <a:buFontTx/>
              <a:buNone/>
              <a:tabLst/>
            </a:pPr>
            <a:endParaRPr lang="it-IT" altLang="it-IT" sz="1300" dirty="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it-IT" altLang="it-IT" sz="1300" dirty="0">
                <a:latin typeface="+mn-lt"/>
              </a:rPr>
              <a:t>supportosorgenia@apparound.com</a:t>
            </a:r>
            <a:endParaRPr kumimoji="0" lang="it-IT" altLang="it-IT" sz="1800" b="0" i="0" u="none" strike="noStrike" cap="none" normalizeH="0" baseline="0" dirty="0">
              <a:ln>
                <a:noFill/>
              </a:ln>
              <a:effectLst/>
              <a:latin typeface="+mn-lt"/>
            </a:endParaRPr>
          </a:p>
        </p:txBody>
      </p:sp>
      <p:sp>
        <p:nvSpPr>
          <p:cNvPr id="10" name="Rectangle 4">
            <a:extLst>
              <a:ext uri="{FF2B5EF4-FFF2-40B4-BE49-F238E27FC236}">
                <a16:creationId xmlns:a16="http://schemas.microsoft.com/office/drawing/2014/main" id="{A97CB2BA-C338-9B9B-FC5B-DE1DA7228E41}"/>
              </a:ext>
            </a:extLst>
          </p:cNvPr>
          <p:cNvSpPr>
            <a:spLocks noChangeArrowheads="1"/>
          </p:cNvSpPr>
          <p:nvPr/>
        </p:nvSpPr>
        <p:spPr bwMode="auto">
          <a:xfrm>
            <a:off x="0" y="3950449"/>
            <a:ext cx="922400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300" b="0" i="0" u="none" strike="noStrike" cap="none" normalizeH="0" baseline="0" dirty="0">
                <a:ln>
                  <a:noFill/>
                </a:ln>
                <a:effectLst/>
                <a:latin typeface="+mn-lt"/>
              </a:rPr>
              <a:t> Da febbraio 2026 è presente il nuovo sistema di CCQ Digital, per maggiori informazioni vedere il manuale «CCQ DIGITAL – FORMAZIONE»</a:t>
            </a:r>
            <a:endParaRPr kumimoji="0" lang="it-IT" altLang="it-IT" sz="1800" b="0" i="0" u="none" strike="noStrike" cap="none" normalizeH="0" baseline="0" dirty="0">
              <a:ln>
                <a:noFill/>
              </a:ln>
              <a:effectLst/>
              <a:latin typeface="+mn-lt"/>
            </a:endParaRPr>
          </a:p>
        </p:txBody>
      </p:sp>
    </p:spTree>
    <p:extLst>
      <p:ext uri="{BB962C8B-B14F-4D97-AF65-F5344CB8AC3E}">
        <p14:creationId xmlns:p14="http://schemas.microsoft.com/office/powerpoint/2010/main" val="42248660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67&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2&quot;&gt;&lt;elem m_fUsage=&quot;8.62538551945910469954E+00&quot;&gt;&lt;m_msothmcolidx val=&quot;0&quot;/&gt;&lt;m_rgb r=&quot;7D&quot; g=&quot;B0&quot; b=&quot;14&quot;/&gt;&lt;m_nBrightness val=&quot;0&quot;/&gt;&lt;/elem&gt;&lt;elem m_fUsage=&quot;4.88320668575649097232E-01&quot;&gt;&lt;m_msothmcolidx val=&quot;0&quot;/&gt;&lt;m_rgb r=&quot;00&quot; g=&quot;6D&quot; b=&quot;AD&quot;/&gt;&lt;m_nBrightness val=&quot;0&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VCT-BODYINDENTATION" val="0;0;0.125;0.125;0.25;14.25;14.375;28.375;28.5;42.5;"/>
  <p:tag name="VCT-BULLETVISIBILITY" val="L  ***"/>
</p:tagLst>
</file>

<file path=ppt/tags/tag6.xml><?xml version="1.0" encoding="utf-8"?>
<p:tagLst xmlns:a="http://schemas.openxmlformats.org/drawingml/2006/main" xmlns:r="http://schemas.openxmlformats.org/officeDocument/2006/relationships" xmlns:p="http://schemas.openxmlformats.org/presentationml/2006/main">
  <p:tag name="STYLE" val="VCT_Marker"/>
  <p:tag name="DATE" val="19.10.2011 11:04:46"/>
  <p:tag name="VCT-TEMPLATE" val="GfK Template for Office 2003 4-3.pot"/>
  <p:tag name="VCTMASTER" val="GfK Master for PPT 2010 4-3"/>
  <p:tag name="VCTORDER" val="1"/>
</p:tagLst>
</file>

<file path=ppt/tags/tag7.xml><?xml version="1.0" encoding="utf-8"?>
<p:tagLst xmlns:a="http://schemas.openxmlformats.org/drawingml/2006/main" xmlns:r="http://schemas.openxmlformats.org/officeDocument/2006/relationships" xmlns:p="http://schemas.openxmlformats.org/presentationml/2006/main">
  <p:tag name="STYLE" val="VCT_Marker"/>
  <p:tag name="DATE" val="19.10.2011 11:04:46"/>
  <p:tag name="VCT-TEMPLATE" val="GfK Master for PPT 2010 4-3.potx"/>
  <p:tag name="VCTMASTER" val="GfK Master for PPT 2010 4-3"/>
  <p:tag name="VCTLAYOUT" val="title"/>
  <p:tag name="VCTORDER" val="1"/>
</p:tagLst>
</file>

<file path=ppt/tags/tag8.xml><?xml version="1.0" encoding="utf-8"?>
<p:tagLst xmlns:a="http://schemas.openxmlformats.org/drawingml/2006/main" xmlns:r="http://schemas.openxmlformats.org/officeDocument/2006/relationships" xmlns:p="http://schemas.openxmlformats.org/presentationml/2006/main">
  <p:tag name="STYLE" val="VCT_Backup"/>
  <p:tag name="DATE" val="13.02.2012 18:13:29"/>
  <p:tag name="PLACEHFMT" val="3"/>
  <p:tag name="VCT-BODYINDENTATION" val="0;0;0;0;0;0;0;0;0;0;"/>
  <p:tag name="VCT-BULLETVISIBILITY" val="L "/>
</p:tagLst>
</file>

<file path=ppt/tags/tag9.xml><?xml version="1.0" encoding="utf-8"?>
<p:tagLst xmlns:a="http://schemas.openxmlformats.org/drawingml/2006/main" xmlns:r="http://schemas.openxmlformats.org/officeDocument/2006/relationships" xmlns:p="http://schemas.openxmlformats.org/presentationml/2006/main">
  <p:tag name="STYLE" val="VCT_Backup"/>
  <p:tag name="DATE" val="13.02.2012 18:13:29"/>
  <p:tag name="PLACEHFMT" val="4"/>
  <p:tag name="VCT-BODYINDENTATION" val="0;0;0.125;0.125;0.25;0.25;0.375;0.375;0.5;0.5;"/>
  <p:tag name="VCT-BULLETVISIBILITY" val="L "/>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uEzYMBRuS8iyjvQGPbZSYQ"/>
</p:tagLst>
</file>

<file path=ppt/theme/theme1.xml><?xml version="1.0" encoding="utf-8"?>
<a:theme xmlns:a="http://schemas.openxmlformats.org/drawingml/2006/main" name="Tema Sorgenia">
  <a:themeElements>
    <a:clrScheme name="SORGENIA 2014">
      <a:dk1>
        <a:sysClr val="windowText" lastClr="000000"/>
      </a:dk1>
      <a:lt1>
        <a:sysClr val="window" lastClr="FFFFFF"/>
      </a:lt1>
      <a:dk2>
        <a:srgbClr val="000000"/>
      </a:dk2>
      <a:lt2>
        <a:srgbClr val="FFFFFF"/>
      </a:lt2>
      <a:accent1>
        <a:srgbClr val="EAAB00"/>
      </a:accent1>
      <a:accent2>
        <a:srgbClr val="E37222"/>
      </a:accent2>
      <a:accent3>
        <a:srgbClr val="9E3039"/>
      </a:accent3>
      <a:accent4>
        <a:srgbClr val="CFC3C3"/>
      </a:accent4>
      <a:accent5>
        <a:srgbClr val="BBA684"/>
      </a:accent5>
      <a:accent6>
        <a:srgbClr val="006DAD"/>
      </a:accent6>
      <a:hlink>
        <a:srgbClr val="AEA400"/>
      </a:hlink>
      <a:folHlink>
        <a:srgbClr val="00693C"/>
      </a:folHlink>
    </a:clrScheme>
    <a:fontScheme name="Sorgenia">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9525">
          <a:solidFill>
            <a:schemeClr val="bg1">
              <a:lumMod val="75000"/>
            </a:schemeClr>
          </a:solidFill>
        </a:ln>
      </a:spPr>
      <a:bodyPr rtlCol="0" anchor="ctr"/>
      <a:lstStyle>
        <a:defPPr algn="ctr">
          <a:defRPr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B0B0B0"/>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Nuovo Format - Progetto - 4_3 (italiano)">
  <a:themeElements>
    <a:clrScheme name="GfK Master for PPT 2010 4-3 1">
      <a:dk1>
        <a:srgbClr val="000000"/>
      </a:dk1>
      <a:lt1>
        <a:srgbClr val="FFFFFF"/>
      </a:lt1>
      <a:dk2>
        <a:srgbClr val="E95E0F"/>
      </a:dk2>
      <a:lt2>
        <a:srgbClr val="928580"/>
      </a:lt2>
      <a:accent1>
        <a:srgbClr val="004186"/>
      </a:accent1>
      <a:accent2>
        <a:srgbClr val="0087C8"/>
      </a:accent2>
      <a:accent3>
        <a:srgbClr val="FFFFFF"/>
      </a:accent3>
      <a:accent4>
        <a:srgbClr val="000000"/>
      </a:accent4>
      <a:accent5>
        <a:srgbClr val="AAB0C3"/>
      </a:accent5>
      <a:accent6>
        <a:srgbClr val="007AB5"/>
      </a:accent6>
      <a:hlink>
        <a:srgbClr val="E95E0F"/>
      </a:hlink>
      <a:folHlink>
        <a:srgbClr val="004186"/>
      </a:folHlink>
    </a:clrScheme>
    <a:fontScheme name="GfK">
      <a:majorFont>
        <a:latin typeface="Insight screen"/>
        <a:ea typeface=""/>
        <a:cs typeface=""/>
      </a:majorFont>
      <a:minorFont>
        <a:latin typeface="Insight scree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bg1"/>
        </a:solidFill>
        <a:ln w="9525">
          <a:solidFill>
            <a:schemeClr val="tx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GfK Master for PPT 2010 4-3 1">
        <a:dk1>
          <a:srgbClr val="000000"/>
        </a:dk1>
        <a:lt1>
          <a:srgbClr val="FFFFFF"/>
        </a:lt1>
        <a:dk2>
          <a:srgbClr val="E95E0F"/>
        </a:dk2>
        <a:lt2>
          <a:srgbClr val="928580"/>
        </a:lt2>
        <a:accent1>
          <a:srgbClr val="004186"/>
        </a:accent1>
        <a:accent2>
          <a:srgbClr val="0087C8"/>
        </a:accent2>
        <a:accent3>
          <a:srgbClr val="FFFFFF"/>
        </a:accent3>
        <a:accent4>
          <a:srgbClr val="000000"/>
        </a:accent4>
        <a:accent5>
          <a:srgbClr val="AAB0C3"/>
        </a:accent5>
        <a:accent6>
          <a:srgbClr val="007AB5"/>
        </a:accent6>
        <a:hlink>
          <a:srgbClr val="E95E0F"/>
        </a:hlink>
        <a:folHlink>
          <a:srgbClr val="00418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D5F388E3E101546B6F0C61BDA582DD8" ma:contentTypeVersion="16" ma:contentTypeDescription="Creare un nuovo documento." ma:contentTypeScope="" ma:versionID="18dfffcf61c99f05c99af4206e13bfaf">
  <xsd:schema xmlns:xsd="http://www.w3.org/2001/XMLSchema" xmlns:xs="http://www.w3.org/2001/XMLSchema" xmlns:p="http://schemas.microsoft.com/office/2006/metadata/properties" xmlns:ns2="2ebec926-314a-48af-b4da-5e767d229a98" xmlns:ns3="8c9a6545-197b-4579-8399-87e12492575d" targetNamespace="http://schemas.microsoft.com/office/2006/metadata/properties" ma:root="true" ma:fieldsID="ce98499f3f3e1575c5b891cbc5b67460" ns2:_="" ns3:_="">
    <xsd:import namespace="2ebec926-314a-48af-b4da-5e767d229a98"/>
    <xsd:import namespace="8c9a6545-197b-4579-8399-87e12492575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bec926-314a-48af-b4da-5e767d229a98" elementFormDefault="qualified">
    <xsd:import namespace="http://schemas.microsoft.com/office/2006/documentManagement/types"/>
    <xsd:import namespace="http://schemas.microsoft.com/office/infopath/2007/PartnerControls"/>
    <xsd:element name="SharedWithUsers" ma:index="8"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internalName="SharedWithDetails" ma:readOnly="true">
      <xsd:simpleType>
        <xsd:restriction base="dms:Note">
          <xsd:maxLength value="255"/>
        </xsd:restriction>
      </xsd:simpleType>
    </xsd:element>
    <xsd:element name="TaxCatchAll" ma:index="21" nillable="true" ma:displayName="Taxonomy Catch All Column" ma:hidden="true" ma:list="{26f11777-fcdd-4f22-b456-c88092471e93}" ma:internalName="TaxCatchAll" ma:showField="CatchAllData" ma:web="2ebec926-314a-48af-b4da-5e767d229a9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c9a6545-197b-4579-8399-87e12492575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Tag immagine" ma:readOnly="false" ma:fieldId="{5cf76f15-5ced-4ddc-b409-7134ff3c332f}" ma:taxonomyMulti="true" ma:sspId="44e1c984-760e-4564-b44c-c3335fa129d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ebec926-314a-48af-b4da-5e767d229a98" xsi:nil="true"/>
    <lcf76f155ced4ddcb4097134ff3c332f xmlns="8c9a6545-197b-4579-8399-87e12492575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5557460-52D9-47D7-A6EC-A01446716C52}"/>
</file>

<file path=customXml/itemProps2.xml><?xml version="1.0" encoding="utf-8"?>
<ds:datastoreItem xmlns:ds="http://schemas.openxmlformats.org/officeDocument/2006/customXml" ds:itemID="{E6FF57B0-69D6-4831-B6EA-4A016FD15F10}">
  <ds:schemaRefs>
    <ds:schemaRef ds:uri="http://schemas.microsoft.com/sharepoint/v3/contenttype/forms"/>
  </ds:schemaRefs>
</ds:datastoreItem>
</file>

<file path=customXml/itemProps3.xml><?xml version="1.0" encoding="utf-8"?>
<ds:datastoreItem xmlns:ds="http://schemas.openxmlformats.org/officeDocument/2006/customXml" ds:itemID="{46772009-A87E-471B-A196-E4BFB8DDE57B}">
  <ds:schemaRefs>
    <ds:schemaRef ds:uri="ef44485d-d268-4a58-abfd-6664d550de1a"/>
    <ds:schemaRef ds:uri="http://schemas.microsoft.com/office/2006/documentManagement/types"/>
    <ds:schemaRef ds:uri="http://www.w3.org/XML/1998/namespace"/>
    <ds:schemaRef ds:uri="71478a2c-3a28-447e-940b-2b7c10d5ced8"/>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0</TotalTime>
  <Words>2510</Words>
  <Application>Microsoft Office PowerPoint</Application>
  <PresentationFormat>Presentazione su schermo (4:3)</PresentationFormat>
  <Paragraphs>241</Paragraphs>
  <Slides>46</Slides>
  <Notes>45</Notes>
  <HiddenSlides>0</HiddenSlides>
  <MMClips>0</MMClips>
  <ScaleCrop>false</ScaleCrop>
  <HeadingPairs>
    <vt:vector size="8" baseType="variant">
      <vt:variant>
        <vt:lpstr>Caratteri utilizzati</vt:lpstr>
      </vt:variant>
      <vt:variant>
        <vt:i4>3</vt:i4>
      </vt:variant>
      <vt:variant>
        <vt:lpstr>Tema</vt:lpstr>
      </vt:variant>
      <vt:variant>
        <vt:i4>2</vt:i4>
      </vt:variant>
      <vt:variant>
        <vt:lpstr>Server OLE incorporati</vt:lpstr>
      </vt:variant>
      <vt:variant>
        <vt:i4>1</vt:i4>
      </vt:variant>
      <vt:variant>
        <vt:lpstr>Titoli diapositive</vt:lpstr>
      </vt:variant>
      <vt:variant>
        <vt:i4>46</vt:i4>
      </vt:variant>
    </vt:vector>
  </HeadingPairs>
  <TitlesOfParts>
    <vt:vector size="52" baseType="lpstr">
      <vt:lpstr>Arial</vt:lpstr>
      <vt:lpstr>Calibri</vt:lpstr>
      <vt:lpstr>Segoe UI</vt:lpstr>
      <vt:lpstr>Tema Sorgenia</vt:lpstr>
      <vt:lpstr>Nuovo Format - Progetto - 4_3 (italiano)</vt:lpstr>
      <vt:lpstr>Diapositiva think-cell</vt:lpstr>
      <vt:lpstr>Presentazione standard di PowerPoint</vt:lpstr>
      <vt:lpstr>PRESENTAZIONE</vt:lpstr>
      <vt:lpstr>Novità dal 19 marzo 2022</vt:lpstr>
      <vt:lpstr>Schermata di HOME</vt:lpstr>
      <vt:lpstr>Offerta su Misura – Step 1: Inizio</vt:lpstr>
      <vt:lpstr>Offerta su Misura – Step 1: Inizio</vt:lpstr>
      <vt:lpstr>Offerta su Misura – Step 2: Configuratore</vt:lpstr>
      <vt:lpstr>Offerta su Misura – Step 2: Configuratore</vt:lpstr>
      <vt:lpstr>Offerta su Misura – Step 2: Configuratore</vt:lpstr>
      <vt:lpstr>Offerta su Misura – Step 2: Configuratore</vt:lpstr>
      <vt:lpstr>Offerta su Misura – Step 2: Configuratore – OPZIONE CAMPAGNA</vt:lpstr>
      <vt:lpstr>Offerta su Misura – Step 3: Riepilogo e Dati Tecnici POD/PdR</vt:lpstr>
      <vt:lpstr>Offerta su Misura – Step 3: Riepilogo e Dati Tecnici POD – Punto Power</vt:lpstr>
      <vt:lpstr>Offerta su Misura – Step 3: tipo di operazione «Switching con voltura» (1/2)</vt:lpstr>
      <vt:lpstr>Offerta su Misura – Step 3: tipo di operazione «Switching con voltura» (2/2)</vt:lpstr>
      <vt:lpstr>Offerta su Misura – Step 3: Riepilogo e Dati Tecnici POD – Punto Power</vt:lpstr>
      <vt:lpstr>Offerta su Misura – Step 3: Riepilogo e Dati Tecnici POD – Punto Power</vt:lpstr>
      <vt:lpstr>Offerta su Misura – Step 3: Riepilogo e Dati Tecnici POD – Punto Power</vt:lpstr>
      <vt:lpstr>Offerta su Misura – Step 3: Riepilogo e Dati Tecnici POD – Punto Power</vt:lpstr>
      <vt:lpstr>Offerta su Misura – Step 3: Riepilogo e Dati Tecnici POD/PdR – Punto Power</vt:lpstr>
      <vt:lpstr>Offerta su Misura – Step 3: Riepilogo e Dati Tecnici PdR – Punto Gas</vt:lpstr>
      <vt:lpstr>Offerta su Misura – Step 3: Riepilogo e Dati Tecnici PdR – Punto GAS</vt:lpstr>
      <vt:lpstr>Offerta su Misura – Step 3: Riepilogo e Dati Tecnici PdR – Punto GAS</vt:lpstr>
      <vt:lpstr>Offerta su Misura – Step 3: Nuovo Campo Frequenza di fatturazione</vt:lpstr>
      <vt:lpstr>Offerta su Misura – Step 3: Riepilogo e Dati Tecnici PdR – Punto GAS</vt:lpstr>
      <vt:lpstr>Offerta su Misura – Step 3: Riepilogo e Dati Tecnici PdR – Punto Gas</vt:lpstr>
      <vt:lpstr>Offerta su Misura – Step 3: Riepilogo e Dati Tecnici POD/PdR – Punto Gas</vt:lpstr>
      <vt:lpstr>Offerta su Misura – Step 3: Offerta Finalizzata</vt:lpstr>
      <vt:lpstr>Offerta su Misura – Step 4: Riepilogo Dati Cliente</vt:lpstr>
      <vt:lpstr>Offerta su Misura – Step 4: Dati di Contratto (1/8) </vt:lpstr>
      <vt:lpstr>Offerta su Misura – Step 4: Dati di Contratto (2/8) – da aggiornare </vt:lpstr>
      <vt:lpstr>Offerta su Misura – Step 4: Dati di Contratto (3/8) - </vt:lpstr>
      <vt:lpstr>Offerta su Misura – Step 4: Dati di Contratto (4/8)</vt:lpstr>
      <vt:lpstr>Offerta su Misura – Step 4: Dati di Contratto (5/8)</vt:lpstr>
      <vt:lpstr>Offerta su Misura – Step 4: Dati di Contratto (6/8)</vt:lpstr>
      <vt:lpstr>Offerta su Misura – Step 4: Dati di Contratto (7/8)</vt:lpstr>
      <vt:lpstr>Offerta su Misura – Step 4: Dati di Contratto (8/8)</vt:lpstr>
      <vt:lpstr>Offerta su Misura – Step 5: Firma</vt:lpstr>
      <vt:lpstr>Step 6 – Ricezione mail o sms </vt:lpstr>
      <vt:lpstr>Step 6 – Portale firma remota (1/3)</vt:lpstr>
      <vt:lpstr>Step 6 – Portale firma remota (2/3)</vt:lpstr>
      <vt:lpstr>Step 6 – Portale firma remota (3/3)</vt:lpstr>
      <vt:lpstr>Step 6 – Contratto Firmato  </vt:lpstr>
      <vt:lpstr>CLIENTE – Step 6 – Contratto Firmato</vt:lpstr>
      <vt:lpstr>Caricamento contratto sul sistema di in-order (SPACE) - Monitoraggio Stato Contratto</vt:lpstr>
      <vt:lpstr>Offerta su Misura – Note Utili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Monika Meneghetti</dc:creator>
  <cp:lastModifiedBy>BELMONTE MELISSA</cp:lastModifiedBy>
  <cp:revision>5588</cp:revision>
  <cp:lastPrinted>2019-12-05T16:35:42Z</cp:lastPrinted>
  <dcterms:created xsi:type="dcterms:W3CDTF">2013-07-04T09:14:50Z</dcterms:created>
  <dcterms:modified xsi:type="dcterms:W3CDTF">2026-04-13T12:50:32Z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0x0101002D5F388E3E101546B6F0C61BDA582DD8</vt:lpwstr>
  </property>
</Properties>
</file>