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1" r:id="rId5"/>
    <p:sldId id="262" r:id="rId6"/>
    <p:sldId id="264" r:id="rId7"/>
    <p:sldId id="260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F8E55-1C49-4238-897F-BDAF3D815ECB}" v="6" dt="2026-09-17T13:48:12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celliere Filippo Maria (Enel Commercial Italy)" userId="19174bac-9661-4ae7-9f8d-1d25d32fae6e" providerId="ADAL" clId="{46589E9E-D940-415E-8AA3-8FE125824B33}"/>
    <pc:docChg chg="custSel addSld delSld modSld sldOrd">
      <pc:chgData name="Cancelliere Filippo Maria (Enel Commercial Italy)" userId="19174bac-9661-4ae7-9f8d-1d25d32fae6e" providerId="ADAL" clId="{46589E9E-D940-415E-8AA3-8FE125824B33}" dt="2026-09-17T14:37:12.766" v="122" actId="47"/>
      <pc:docMkLst>
        <pc:docMk/>
      </pc:docMkLst>
      <pc:sldChg chg="addSp modSp del mod">
        <pc:chgData name="Cancelliere Filippo Maria (Enel Commercial Italy)" userId="19174bac-9661-4ae7-9f8d-1d25d32fae6e" providerId="ADAL" clId="{46589E9E-D940-415E-8AA3-8FE125824B33}" dt="2026-09-17T14:36:29.613" v="119" actId="47"/>
        <pc:sldMkLst>
          <pc:docMk/>
          <pc:sldMk cId="1719211365" sldId="256"/>
        </pc:sldMkLst>
        <pc:picChg chg="add mod modCrop">
          <ac:chgData name="Cancelliere Filippo Maria (Enel Commercial Italy)" userId="19174bac-9661-4ae7-9f8d-1d25d32fae6e" providerId="ADAL" clId="{46589E9E-D940-415E-8AA3-8FE125824B33}" dt="2026-09-17T14:35:59.527" v="118" actId="14100"/>
          <ac:picMkLst>
            <pc:docMk/>
            <pc:sldMk cId="1719211365" sldId="256"/>
            <ac:picMk id="5" creationId="{070D52DE-188D-96F5-E48D-0082D85586A9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3:58:35.466" v="18" actId="14100"/>
        <pc:sldMkLst>
          <pc:docMk/>
          <pc:sldMk cId="3099134594" sldId="257"/>
        </pc:sldMkLst>
        <pc:spChg chg="del">
          <ac:chgData name="Cancelliere Filippo Maria (Enel Commercial Italy)" userId="19174bac-9661-4ae7-9f8d-1d25d32fae6e" providerId="ADAL" clId="{46589E9E-D940-415E-8AA3-8FE125824B33}" dt="2026-09-17T13:58:24.108" v="15" actId="478"/>
          <ac:spMkLst>
            <pc:docMk/>
            <pc:sldMk cId="3099134594" sldId="257"/>
            <ac:spMk id="2" creationId="{FBECB6D0-3669-010A-1C1B-17803A1E3814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3:58:35.466" v="18" actId="14100"/>
          <ac:picMkLst>
            <pc:docMk/>
            <pc:sldMk cId="3099134594" sldId="257"/>
            <ac:picMk id="5" creationId="{9EC155E2-A9E3-3646-CE0E-8AB2190BF673}"/>
          </ac:picMkLst>
        </pc:picChg>
      </pc:sldChg>
      <pc:sldChg chg="addSp delSp modSp add mod ord">
        <pc:chgData name="Cancelliere Filippo Maria (Enel Commercial Italy)" userId="19174bac-9661-4ae7-9f8d-1d25d32fae6e" providerId="ADAL" clId="{46589E9E-D940-415E-8AA3-8FE125824B33}" dt="2026-09-17T14:36:32.379" v="121"/>
        <pc:sldMkLst>
          <pc:docMk/>
          <pc:sldMk cId="3500875182" sldId="258"/>
        </pc:sldMkLst>
        <pc:spChg chg="del">
          <ac:chgData name="Cancelliere Filippo Maria (Enel Commercial Italy)" userId="19174bac-9661-4ae7-9f8d-1d25d32fae6e" providerId="ADAL" clId="{46589E9E-D940-415E-8AA3-8FE125824B33}" dt="2026-09-17T14:16:38.251" v="22" actId="478"/>
          <ac:spMkLst>
            <pc:docMk/>
            <pc:sldMk cId="3500875182" sldId="258"/>
            <ac:spMk id="2" creationId="{69426A57-C160-0E3C-D935-F2910FA2CEEC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16:53.373" v="26" actId="14100"/>
          <ac:picMkLst>
            <pc:docMk/>
            <pc:sldMk cId="3500875182" sldId="258"/>
            <ac:picMk id="5" creationId="{EBC2571B-5B45-6864-284D-AB0470B14C6B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20:56.057" v="42" actId="14100"/>
        <pc:sldMkLst>
          <pc:docMk/>
          <pc:sldMk cId="4266616083" sldId="259"/>
        </pc:sldMkLst>
        <pc:picChg chg="add del mod modCrop">
          <ac:chgData name="Cancelliere Filippo Maria (Enel Commercial Italy)" userId="19174bac-9661-4ae7-9f8d-1d25d32fae6e" providerId="ADAL" clId="{46589E9E-D940-415E-8AA3-8FE125824B33}" dt="2026-09-17T14:20:19.825" v="36" actId="478"/>
          <ac:picMkLst>
            <pc:docMk/>
            <pc:sldMk cId="4266616083" sldId="259"/>
            <ac:picMk id="5" creationId="{6EBD1B07-9B2A-5D0E-A198-600D323A7545}"/>
          </ac:picMkLst>
        </pc:picChg>
        <pc:picChg chg="add mod modCrop">
          <ac:chgData name="Cancelliere Filippo Maria (Enel Commercial Italy)" userId="19174bac-9661-4ae7-9f8d-1d25d32fae6e" providerId="ADAL" clId="{46589E9E-D940-415E-8AA3-8FE125824B33}" dt="2026-09-17T14:20:56.057" v="42" actId="14100"/>
          <ac:picMkLst>
            <pc:docMk/>
            <pc:sldMk cId="4266616083" sldId="259"/>
            <ac:picMk id="7" creationId="{0A9F8CD9-77D0-91D3-3589-4219152E5535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30:35.802" v="89" actId="14100"/>
        <pc:sldMkLst>
          <pc:docMk/>
          <pc:sldMk cId="3382841064" sldId="260"/>
        </pc:sldMkLst>
        <pc:spChg chg="del">
          <ac:chgData name="Cancelliere Filippo Maria (Enel Commercial Italy)" userId="19174bac-9661-4ae7-9f8d-1d25d32fae6e" providerId="ADAL" clId="{46589E9E-D940-415E-8AA3-8FE125824B33}" dt="2026-09-17T14:30:24.465" v="86" actId="478"/>
          <ac:spMkLst>
            <pc:docMk/>
            <pc:sldMk cId="3382841064" sldId="260"/>
            <ac:spMk id="2" creationId="{BD788F3E-06BB-2463-BD12-838F3886B8BC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0:35.802" v="89" actId="14100"/>
          <ac:picMkLst>
            <pc:docMk/>
            <pc:sldMk cId="3382841064" sldId="260"/>
            <ac:picMk id="5" creationId="{2D96EECF-AAA0-B1FC-1EB0-4BD5C2582B91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31:07.760" v="95" actId="14100"/>
        <pc:sldMkLst>
          <pc:docMk/>
          <pc:sldMk cId="735469436" sldId="261"/>
        </pc:sldMkLst>
        <pc:spChg chg="del">
          <ac:chgData name="Cancelliere Filippo Maria (Enel Commercial Italy)" userId="19174bac-9661-4ae7-9f8d-1d25d32fae6e" providerId="ADAL" clId="{46589E9E-D940-415E-8AA3-8FE125824B33}" dt="2026-09-17T14:30:57.988" v="92" actId="478"/>
          <ac:spMkLst>
            <pc:docMk/>
            <pc:sldMk cId="735469436" sldId="261"/>
            <ac:spMk id="2" creationId="{CF8850BF-951D-E061-2AC2-CFB9C4C0311A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1:07.760" v="95" actId="14100"/>
          <ac:picMkLst>
            <pc:docMk/>
            <pc:sldMk cId="735469436" sldId="261"/>
            <ac:picMk id="5" creationId="{2B607F81-BCD2-ED52-BFE6-29B220A41439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31:37.051" v="101" actId="14100"/>
        <pc:sldMkLst>
          <pc:docMk/>
          <pc:sldMk cId="4057885692" sldId="262"/>
        </pc:sldMkLst>
        <pc:spChg chg="del">
          <ac:chgData name="Cancelliere Filippo Maria (Enel Commercial Italy)" userId="19174bac-9661-4ae7-9f8d-1d25d32fae6e" providerId="ADAL" clId="{46589E9E-D940-415E-8AA3-8FE125824B33}" dt="2026-09-17T14:31:24.984" v="98" actId="478"/>
          <ac:spMkLst>
            <pc:docMk/>
            <pc:sldMk cId="4057885692" sldId="262"/>
            <ac:spMk id="2" creationId="{B9580A24-1DB5-2FE3-2FD3-73CA62AC1739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1:37.051" v="101" actId="14100"/>
          <ac:picMkLst>
            <pc:docMk/>
            <pc:sldMk cId="4057885692" sldId="262"/>
            <ac:picMk id="5" creationId="{2E0C032B-ACCA-D76D-9E04-60E6FBBC40D0}"/>
          </ac:picMkLst>
        </pc:picChg>
      </pc:sldChg>
      <pc:sldChg chg="addSp delSp modSp add del mod">
        <pc:chgData name="Cancelliere Filippo Maria (Enel Commercial Italy)" userId="19174bac-9661-4ae7-9f8d-1d25d32fae6e" providerId="ADAL" clId="{46589E9E-D940-415E-8AA3-8FE125824B33}" dt="2026-09-17T14:37:12.766" v="122" actId="47"/>
        <pc:sldMkLst>
          <pc:docMk/>
          <pc:sldMk cId="618814872" sldId="263"/>
        </pc:sldMkLst>
        <pc:spChg chg="del">
          <ac:chgData name="Cancelliere Filippo Maria (Enel Commercial Italy)" userId="19174bac-9661-4ae7-9f8d-1d25d32fae6e" providerId="ADAL" clId="{46589E9E-D940-415E-8AA3-8FE125824B33}" dt="2026-09-17T14:31:57.892" v="104" actId="478"/>
          <ac:spMkLst>
            <pc:docMk/>
            <pc:sldMk cId="618814872" sldId="263"/>
            <ac:spMk id="2" creationId="{42378737-0B0A-A715-F04C-252220CF555B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2:07.228" v="107" actId="14100"/>
          <ac:picMkLst>
            <pc:docMk/>
            <pc:sldMk cId="618814872" sldId="263"/>
            <ac:picMk id="5" creationId="{AFF31AFD-2EE5-2CCE-80C8-E579399D2A40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34:28.747" v="116" actId="14100"/>
        <pc:sldMkLst>
          <pc:docMk/>
          <pc:sldMk cId="941184129" sldId="264"/>
        </pc:sldMkLst>
        <pc:spChg chg="del">
          <ac:chgData name="Cancelliere Filippo Maria (Enel Commercial Italy)" userId="19174bac-9661-4ae7-9f8d-1d25d32fae6e" providerId="ADAL" clId="{46589E9E-D940-415E-8AA3-8FE125824B33}" dt="2026-09-17T14:34:03.509" v="110" actId="478"/>
          <ac:spMkLst>
            <pc:docMk/>
            <pc:sldMk cId="941184129" sldId="264"/>
            <ac:spMk id="2" creationId="{ADC4AEC5-8326-8BA1-283B-4417962EC2BB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4:28.747" v="116" actId="14100"/>
          <ac:picMkLst>
            <pc:docMk/>
            <pc:sldMk cId="941184129" sldId="264"/>
            <ac:picMk id="5" creationId="{636F75AD-4527-376E-1B14-B0FC8B4ABB71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30:08.586" v="83" actId="14100"/>
        <pc:sldMkLst>
          <pc:docMk/>
          <pc:sldMk cId="1274786262" sldId="265"/>
        </pc:sldMkLst>
        <pc:spChg chg="del">
          <ac:chgData name="Cancelliere Filippo Maria (Enel Commercial Italy)" userId="19174bac-9661-4ae7-9f8d-1d25d32fae6e" providerId="ADAL" clId="{46589E9E-D940-415E-8AA3-8FE125824B33}" dt="2026-09-17T14:29:58.652" v="80" actId="478"/>
          <ac:spMkLst>
            <pc:docMk/>
            <pc:sldMk cId="1274786262" sldId="265"/>
            <ac:spMk id="2" creationId="{3CB2D63A-460C-B8AF-4C2E-683D0172F1BD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30:08.586" v="83" actId="14100"/>
          <ac:picMkLst>
            <pc:docMk/>
            <pc:sldMk cId="1274786262" sldId="265"/>
            <ac:picMk id="5" creationId="{B22E7973-CA82-88D2-96D8-8EE5EFC7F80A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29:39.332" v="77" actId="14100"/>
        <pc:sldMkLst>
          <pc:docMk/>
          <pc:sldMk cId="69640070" sldId="266"/>
        </pc:sldMkLst>
        <pc:spChg chg="del">
          <ac:chgData name="Cancelliere Filippo Maria (Enel Commercial Italy)" userId="19174bac-9661-4ae7-9f8d-1d25d32fae6e" providerId="ADAL" clId="{46589E9E-D940-415E-8AA3-8FE125824B33}" dt="2026-09-17T14:29:28.393" v="74" actId="478"/>
          <ac:spMkLst>
            <pc:docMk/>
            <pc:sldMk cId="69640070" sldId="266"/>
            <ac:spMk id="2" creationId="{009F0EED-0048-FF5F-DC21-260015D82DF3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29:39.332" v="77" actId="14100"/>
          <ac:picMkLst>
            <pc:docMk/>
            <pc:sldMk cId="69640070" sldId="266"/>
            <ac:picMk id="5" creationId="{41FADB94-BF04-06DB-E73C-BCE49BAFACB7}"/>
          </ac:picMkLst>
        </pc:picChg>
      </pc:sldChg>
      <pc:sldChg chg="addSp delSp modSp add mod">
        <pc:chgData name="Cancelliere Filippo Maria (Enel Commercial Italy)" userId="19174bac-9661-4ae7-9f8d-1d25d32fae6e" providerId="ADAL" clId="{46589E9E-D940-415E-8AA3-8FE125824B33}" dt="2026-09-17T14:29:00.719" v="71" actId="14100"/>
        <pc:sldMkLst>
          <pc:docMk/>
          <pc:sldMk cId="1654693021" sldId="267"/>
        </pc:sldMkLst>
        <pc:spChg chg="del">
          <ac:chgData name="Cancelliere Filippo Maria (Enel Commercial Italy)" userId="19174bac-9661-4ae7-9f8d-1d25d32fae6e" providerId="ADAL" clId="{46589E9E-D940-415E-8AA3-8FE125824B33}" dt="2026-09-17T14:28:51.563" v="68" actId="478"/>
          <ac:spMkLst>
            <pc:docMk/>
            <pc:sldMk cId="1654693021" sldId="267"/>
            <ac:spMk id="2" creationId="{848BCB41-B336-676F-552E-2562A52BF610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29:00.719" v="71" actId="14100"/>
          <ac:picMkLst>
            <pc:docMk/>
            <pc:sldMk cId="1654693021" sldId="267"/>
            <ac:picMk id="5" creationId="{E0202CF6-6F3E-EA5E-CE69-88A61E6F891A}"/>
          </ac:picMkLst>
        </pc:picChg>
      </pc:sldChg>
      <pc:sldChg chg="addSp modSp add mod">
        <pc:chgData name="Cancelliere Filippo Maria (Enel Commercial Italy)" userId="19174bac-9661-4ae7-9f8d-1d25d32fae6e" providerId="ADAL" clId="{46589E9E-D940-415E-8AA3-8FE125824B33}" dt="2026-09-17T14:27:37.230" v="65" actId="14100"/>
        <pc:sldMkLst>
          <pc:docMk/>
          <pc:sldMk cId="943629100" sldId="268"/>
        </pc:sldMkLst>
        <pc:picChg chg="add mod modCrop">
          <ac:chgData name="Cancelliere Filippo Maria (Enel Commercial Italy)" userId="19174bac-9661-4ae7-9f8d-1d25d32fae6e" providerId="ADAL" clId="{46589E9E-D940-415E-8AA3-8FE125824B33}" dt="2026-09-17T14:27:37.230" v="65" actId="14100"/>
          <ac:picMkLst>
            <pc:docMk/>
            <pc:sldMk cId="943629100" sldId="268"/>
            <ac:picMk id="5" creationId="{C5EA7FC5-25A5-B585-6473-8DABC7DAF4BA}"/>
          </ac:picMkLst>
        </pc:picChg>
      </pc:sldChg>
      <pc:sldChg chg="addSp delSp modSp new mod">
        <pc:chgData name="Cancelliere Filippo Maria (Enel Commercial Italy)" userId="19174bac-9661-4ae7-9f8d-1d25d32fae6e" providerId="ADAL" clId="{46589E9E-D940-415E-8AA3-8FE125824B33}" dt="2026-09-17T14:26:17.365" v="60" actId="14100"/>
        <pc:sldMkLst>
          <pc:docMk/>
          <pc:sldMk cId="718250568" sldId="269"/>
        </pc:sldMkLst>
        <pc:spChg chg="del">
          <ac:chgData name="Cancelliere Filippo Maria (Enel Commercial Italy)" userId="19174bac-9661-4ae7-9f8d-1d25d32fae6e" providerId="ADAL" clId="{46589E9E-D940-415E-8AA3-8FE125824B33}" dt="2026-09-17T14:26:05.671" v="56" actId="478"/>
          <ac:spMkLst>
            <pc:docMk/>
            <pc:sldMk cId="718250568" sldId="269"/>
            <ac:spMk id="2" creationId="{EACDE6A7-955A-68F4-D893-66BA7254D49F}"/>
          </ac:spMkLst>
        </pc:spChg>
        <pc:spChg chg="del">
          <ac:chgData name="Cancelliere Filippo Maria (Enel Commercial Italy)" userId="19174bac-9661-4ae7-9f8d-1d25d32fae6e" providerId="ADAL" clId="{46589E9E-D940-415E-8AA3-8FE125824B33}" dt="2026-09-17T14:26:08.786" v="57" actId="478"/>
          <ac:spMkLst>
            <pc:docMk/>
            <pc:sldMk cId="718250568" sldId="269"/>
            <ac:spMk id="3" creationId="{E53FDF16-175F-A787-E5B5-5AC24D4FECB9}"/>
          </ac:spMkLst>
        </pc:spChg>
        <pc:picChg chg="add mod modCrop">
          <ac:chgData name="Cancelliere Filippo Maria (Enel Commercial Italy)" userId="19174bac-9661-4ae7-9f8d-1d25d32fae6e" providerId="ADAL" clId="{46589E9E-D940-415E-8AA3-8FE125824B33}" dt="2026-09-17T14:26:17.365" v="60" actId="14100"/>
          <ac:picMkLst>
            <pc:docMk/>
            <pc:sldMk cId="718250568" sldId="269"/>
            <ac:picMk id="5" creationId="{B162FA60-AC50-F06C-F3C5-04137E3D88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91B3FF-7A57-EE85-FEF8-4268654EA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6E208C0-D2D0-0326-F288-A4BE6AE45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B5F405-774B-CD43-6629-1F12F76C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669CAD-2792-12F7-0770-88ED8DAE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27B6CB-E3CA-06AD-9472-BB5E4C7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500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8AAB06-03E9-C382-6A33-5E598EE9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B1CE71-503E-572F-4C93-EA4E49F39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7D9842-72A1-9ED0-3150-B1A1836C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27C9CA-6EEA-08E2-F7F1-0D3A51AE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621566-3922-1380-8FC9-1ECC88B7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333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20B9FA-23ED-3B50-23FA-33DE4FB3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092470-8E5E-8BF6-8E1E-D58B2D809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99B061-9723-487A-D103-47780C05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4B9E0B-036D-AD80-06FB-64DC2E67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24731C-333C-A6B6-4813-A812B6D6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53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15B061-D954-7DB0-ACEE-EC770712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FC8558-EB29-90D4-8174-8B322451B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43CFA15-F04D-55C7-F279-865364A1F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AF92E1-70E5-0F1F-8E89-67962DE4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F6A022-7731-8CBB-3BCF-A699DD56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A30083-97E0-F2F8-9141-0738B239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65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4CD32F-904E-869C-8180-81922331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90DC43-B161-031D-87E7-DE2181F19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0A9CD8-1ADE-B9FD-EFEE-2F7A2C4B5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226524-46E8-EF51-FE37-D17718955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8FC5A96-8551-18ED-8FBF-BCC2E7984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C5FE5F2-70B8-9BCB-35CB-FE096FB1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C81E98C-2FA4-EF47-F742-E14B8F27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0BBF833-03DC-0FDC-FD3F-7D221FE5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35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49FD98-ECD7-CB20-D3A9-67D85AAF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6168EA-0D4E-9DF4-C850-B70DED8B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3807F3-8B62-ACC8-4346-F0F29C10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BA180AC-4729-1F6C-CB67-660BE3CA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477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E27A21B-F0C6-FEE1-91B5-B01812F5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3289A10-4169-4402-1641-419859EC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A6B882-4548-AECB-791D-357F00B3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08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A18C7-A60F-D97D-0110-737CF5E8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DA6D4B-6930-8696-8C94-D643C7773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5FE2C1C-47B0-1980-F437-100745662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A33FC77-E82D-7ADF-CCD2-29A6622C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2EC79F-64CA-B04B-6F9D-3DF9FF94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BB082-371A-8DC5-3E9F-D3C88808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483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B3FB9-49DA-ADA0-4C53-7584AAB5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3484457-FDFF-A83B-5159-BF9FE9C5E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A952E7A-338F-2E17-B506-3558EE0A4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7EAA6C2-73E8-125D-80B4-2C0F3422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47810D-DED3-8188-FA44-38B5411C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D049DE-86E9-87F9-4E31-12E57104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95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407BF-6C58-130B-87D9-8CFB0005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2ECA9F7-A552-2794-4DAD-E8253ED19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0BFD91-DBD0-A541-82CF-C848E6C9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72A04F-0F63-B0AA-5B57-CA7BD974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B8A40A-0F4E-34B8-0281-92F8047D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98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AA42AB3-0957-43D9-E17C-58A2676AC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B26C1EB-9792-729C-FD20-EE0821485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B20E2C-E418-9FDE-1000-4B56C959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C9A05A-6D29-2121-07BA-308AFEAD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8D377E-2525-0FAD-ADA8-E18804E7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0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7DC39AE-1428-8968-F996-66F0836F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6E0C1F-34C0-A8F8-7B63-FED2AA2F8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80F279-B92F-4197-6850-D63F77E25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EB7B5-1FA5-4637-AE56-3FE6FBF1916F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946762-FB88-6793-D93F-AC1FDDFC7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1D693C-6113-D054-0297-5C6EF426D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96954-4E16-414A-9B4F-DCC5E43DF463}" type="slidenum">
              <a:rPr lang="it-IT" smtClean="0"/>
              <a:t>‹N›</a:t>
            </a:fld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C0BCBA-734C-F487-A613-187D43C181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44350" y="63500"/>
            <a:ext cx="5318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0335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AD77-120B-298C-4DCE-53214894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CD9D80A-777B-3466-990F-5F2D6AE4EF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BC2571B-5B45-6864-284D-AB0470B1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572" r="12500" b="7460"/>
          <a:stretch>
            <a:fillRect/>
          </a:stretch>
        </p:blipFill>
        <p:spPr>
          <a:xfrm>
            <a:off x="57747" y="17520"/>
            <a:ext cx="12134254" cy="6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7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5AE6-6A05-D441-98D6-09A3E86E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254AD641-9F62-56F8-1BE2-24C1AD790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EC155E2-A9E3-3646-CE0E-8AB2190B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572" r="12500" b="6825"/>
          <a:stretch>
            <a:fillRect/>
          </a:stretch>
        </p:blipFill>
        <p:spPr>
          <a:xfrm>
            <a:off x="25940" y="21252"/>
            <a:ext cx="12013659" cy="672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3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0379-6CA7-DEFE-B813-F7D9D0E1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908CC-BC66-9FFA-742D-07CDF81E97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4F2354-B9CA-50A9-EBA5-7896EA4F5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A9F8CD9-77D0-91D3-3589-4219152E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7953" r="12500" b="6650"/>
          <a:stretch>
            <a:fillRect/>
          </a:stretch>
        </p:blipFill>
        <p:spPr>
          <a:xfrm>
            <a:off x="152400" y="23392"/>
            <a:ext cx="11901635" cy="673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1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7F7C-4128-E244-E899-F52CE7AB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0251F7DD-D651-CED5-C09F-D1805361B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B607F81-BCD2-ED52-BFE6-29B220A4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413" r="12500" b="6984"/>
          <a:stretch>
            <a:fillRect/>
          </a:stretch>
        </p:blipFill>
        <p:spPr>
          <a:xfrm>
            <a:off x="1" y="-4149"/>
            <a:ext cx="12192000" cy="682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6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2C270-D390-E1D4-C321-206D0169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DBCAECA9-BB42-A84D-D8B5-334A6056AC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E0C032B-ACCA-D76D-9E04-60E6FBBC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095" r="12500" b="7143"/>
          <a:stretch>
            <a:fillRect/>
          </a:stretch>
        </p:blipFill>
        <p:spPr>
          <a:xfrm>
            <a:off x="-2771" y="36546"/>
            <a:ext cx="12165647" cy="682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8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8B1D-3E99-7B70-BCD3-C078923C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72BD7BF-77C9-3274-71AF-7CEC628233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36F75AD-4527-376E-1B14-B0FC8B4A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75" t="19841" r="12500" b="7143"/>
          <a:stretch>
            <a:fillRect/>
          </a:stretch>
        </p:blipFill>
        <p:spPr>
          <a:xfrm>
            <a:off x="-17488" y="63823"/>
            <a:ext cx="12209487" cy="66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8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6DDD-479E-41D1-2935-144092E9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2A4B6ED0-9C5F-5461-C172-E7D230BAD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D96EECF-AAA0-B1FC-1EB0-4BD5C258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095" r="12500" b="6984"/>
          <a:stretch>
            <a:fillRect/>
          </a:stretch>
        </p:blipFill>
        <p:spPr>
          <a:xfrm>
            <a:off x="18453" y="17624"/>
            <a:ext cx="12173547" cy="684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4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9AC2-93FB-2532-4BEA-C741A252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25205D76-951A-B5E0-63F7-E2159B5455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22E7973-CA82-88D2-96D8-8EE5EFC7F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254" r="12500" b="6825"/>
          <a:stretch>
            <a:fillRect/>
          </a:stretch>
        </p:blipFill>
        <p:spPr>
          <a:xfrm>
            <a:off x="26939" y="22394"/>
            <a:ext cx="12165062" cy="683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86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9957-657C-12B5-339C-FA0312C7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3452F2DE-8D55-A5D5-7F2B-B4314FD85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1FADB94-BF04-06DB-E73C-BCE49BAF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254" r="12500" b="6666"/>
          <a:stretch>
            <a:fillRect/>
          </a:stretch>
        </p:blipFill>
        <p:spPr>
          <a:xfrm>
            <a:off x="54774" y="50631"/>
            <a:ext cx="12061025" cy="679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A985-D2B4-277A-5850-65B74794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01E6DC8B-CAD6-A4A5-546C-1E73EC6B8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0202CF6-6F3E-EA5E-CE69-88A61E6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413" r="12500" b="6508"/>
          <a:stretch>
            <a:fillRect/>
          </a:stretch>
        </p:blipFill>
        <p:spPr>
          <a:xfrm>
            <a:off x="141514" y="0"/>
            <a:ext cx="12050486" cy="67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9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6B9C-6F38-E9E1-B48A-ED2533AC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CDA9ED-7C99-6957-C2A4-DD82A66E54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CAC9558-0387-5DEB-FF00-12F74F650A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5EA7FC5-25A5-B585-6473-8DABC7DA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18095" r="12500" b="7143"/>
          <a:stretch>
            <a:fillRect/>
          </a:stretch>
        </p:blipFill>
        <p:spPr>
          <a:xfrm>
            <a:off x="152400" y="38527"/>
            <a:ext cx="12039600" cy="675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162FA60-AC50-F06C-F3C5-04137E3D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12" t="18254" r="12321" b="6508"/>
          <a:stretch>
            <a:fillRect/>
          </a:stretch>
        </p:blipFill>
        <p:spPr>
          <a:xfrm>
            <a:off x="150955" y="27698"/>
            <a:ext cx="11953959" cy="67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50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5F388E3E101546B6F0C61BDA582DD8" ma:contentTypeVersion="16" ma:contentTypeDescription="Creare un nuovo documento." ma:contentTypeScope="" ma:versionID="18dfffcf61c99f05c99af4206e13bfaf">
  <xsd:schema xmlns:xsd="http://www.w3.org/2001/XMLSchema" xmlns:xs="http://www.w3.org/2001/XMLSchema" xmlns:p="http://schemas.microsoft.com/office/2006/metadata/properties" xmlns:ns2="2ebec926-314a-48af-b4da-5e767d229a98" xmlns:ns3="8c9a6545-197b-4579-8399-87e12492575d" targetNamespace="http://schemas.microsoft.com/office/2006/metadata/properties" ma:root="true" ma:fieldsID="ce98499f3f3e1575c5b891cbc5b67460" ns2:_="" ns3:_="">
    <xsd:import namespace="2ebec926-314a-48af-b4da-5e767d229a98"/>
    <xsd:import namespace="8c9a6545-197b-4579-8399-87e12492575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bec926-314a-48af-b4da-5e767d229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6f11777-fcdd-4f22-b456-c88092471e93}" ma:internalName="TaxCatchAll" ma:showField="CatchAllData" ma:web="2ebec926-314a-48af-b4da-5e767d229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9a6545-197b-4579-8399-87e124925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Tag immagine" ma:readOnly="false" ma:fieldId="{5cf76f15-5ced-4ddc-b409-7134ff3c332f}" ma:taxonomyMulti="true" ma:sspId="44e1c984-760e-4564-b44c-c3335fa129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ebec926-314a-48af-b4da-5e767d229a98" xsi:nil="true"/>
    <lcf76f155ced4ddcb4097134ff3c332f xmlns="8c9a6545-197b-4579-8399-87e12492575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7AF49A-936B-4510-B71D-B662F2E51FBE}"/>
</file>

<file path=customXml/itemProps2.xml><?xml version="1.0" encoding="utf-8"?>
<ds:datastoreItem xmlns:ds="http://schemas.openxmlformats.org/officeDocument/2006/customXml" ds:itemID="{EC09EE95-6B6D-4308-9171-332FA1A2B577}"/>
</file>

<file path=customXml/itemProps3.xml><?xml version="1.0" encoding="utf-8"?>
<ds:datastoreItem xmlns:ds="http://schemas.openxmlformats.org/officeDocument/2006/customXml" ds:itemID="{C2698399-D539-4C46-B2F4-BFC80D080FD4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Cancelliere Filippo Maria (Enel Commercial Italy)</dc:creator>
  <cp:lastModifiedBy>Cancelliere Filippo Maria (Enel Commercial Italy)</cp:lastModifiedBy>
  <cp:revision>1</cp:revision>
  <dcterms:created xsi:type="dcterms:W3CDTF">2026-09-17T13:47:06Z</dcterms:created>
  <dcterms:modified xsi:type="dcterms:W3CDTF">2026-09-17T14:37:21Z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7ad33d-ed35-43c0-b526-22bc83c17deb_Enabled">
    <vt:lpwstr>true</vt:lpwstr>
  </property>
  <property fmtid="{D5CDD505-2E9C-101B-9397-08002B2CF9AE}" pid="3" name="MSIP_Label_797ad33d-ed35-43c0-b526-22bc83c17deb_SetDate">
    <vt:lpwstr>2026-09-17T13:47:54Z</vt:lpwstr>
  </property>
  <property fmtid="{D5CDD505-2E9C-101B-9397-08002B2CF9AE}" pid="4" name="MSIP_Label_797ad33d-ed35-43c0-b526-22bc83c17deb_Method">
    <vt:lpwstr>Standard</vt:lpwstr>
  </property>
  <property fmtid="{D5CDD505-2E9C-101B-9397-08002B2CF9AE}" pid="5" name="MSIP_Label_797ad33d-ed35-43c0-b526-22bc83c17deb_Name">
    <vt:lpwstr>797ad33d-ed35-43c0-b526-22bc83c17deb</vt:lpwstr>
  </property>
  <property fmtid="{D5CDD505-2E9C-101B-9397-08002B2CF9AE}" pid="6" name="MSIP_Label_797ad33d-ed35-43c0-b526-22bc83c17deb_SiteId">
    <vt:lpwstr>d539d4bf-5610-471a-afc2-1c76685cfefa</vt:lpwstr>
  </property>
  <property fmtid="{D5CDD505-2E9C-101B-9397-08002B2CF9AE}" pid="7" name="MSIP_Label_797ad33d-ed35-43c0-b526-22bc83c17deb_ActionId">
    <vt:lpwstr>e1951cf4-46ab-4a4e-8a8f-6558e4f2d4c7</vt:lpwstr>
  </property>
  <property fmtid="{D5CDD505-2E9C-101B-9397-08002B2CF9AE}" pid="8" name="MSIP_Label_797ad33d-ed35-43c0-b526-22bc83c17deb_ContentBits">
    <vt:lpwstr>1</vt:lpwstr>
  </property>
  <property fmtid="{D5CDD505-2E9C-101B-9397-08002B2CF9AE}" pid="9" name="MSIP_Label_797ad33d-ed35-43c0-b526-22bc83c17deb_Tag">
    <vt:lpwstr>10, 3, 0, 1</vt:lpwstr>
  </property>
  <property fmtid="{D5CDD505-2E9C-101B-9397-08002B2CF9AE}" pid="10" name="ClassificationContentMarkingHeaderLocations">
    <vt:lpwstr>Tema di Office:8</vt:lpwstr>
  </property>
  <property fmtid="{D5CDD505-2E9C-101B-9397-08002B2CF9AE}" pid="11" name="ClassificationContentMarkingHeaderText">
    <vt:lpwstr>INTERNAL</vt:lpwstr>
  </property>
  <property fmtid="{D5CDD505-2E9C-101B-9397-08002B2CF9AE}" pid="12" name="ContentTypeId">
    <vt:lpwstr>0x0101002D5F388E3E101546B6F0C61BDA582DD8</vt:lpwstr>
  </property>
</Properties>
</file>