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65" r:id="rId3"/>
    <p:sldId id="264" r:id="rId4"/>
    <p:sldId id="263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">
          <p15:clr>
            <a:srgbClr val="000000"/>
          </p15:clr>
        </p15:guide>
        <p15:guide id="2" pos="2869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293"/>
        <p:guide pos="2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2839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258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ertina 1">
  <p:cSld name="Copertina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5899358" y="2004759"/>
            <a:ext cx="298577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7487701" y="2945442"/>
            <a:ext cx="1397428" cy="456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esto">
  <p:cSld name="Solo testo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ftr" idx="11"/>
          </p:nvPr>
        </p:nvSpPr>
        <p:spPr>
          <a:xfrm>
            <a:off x="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3505200" y="486530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709543" y="1480372"/>
            <a:ext cx="3748404" cy="2961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marL="457200" lvl="0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695184" y="1115800"/>
            <a:ext cx="7763015" cy="230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09795" y="1508673"/>
            <a:ext cx="3748404" cy="2961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lvl1pPr marL="457200" lvl="0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usura">
  <p:cSld name="Chiusura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3505200" y="486530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6" name="Google Shape;5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05200" y="2327727"/>
            <a:ext cx="2133601" cy="352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+ Testo">
  <p:cSld name="Immagine + Test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3505200" y="486530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1" name="Google Shape;61;p10"/>
          <p:cNvSpPr>
            <a:spLocks noGrp="1"/>
          </p:cNvSpPr>
          <p:nvPr>
            <p:ph type="pic" idx="2"/>
          </p:nvPr>
        </p:nvSpPr>
        <p:spPr>
          <a:xfrm>
            <a:off x="-1" y="0"/>
            <a:ext cx="5144503" cy="48863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76885" y="842392"/>
            <a:ext cx="7390229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5234307" y="1744429"/>
            <a:ext cx="3733481" cy="184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3505200" y="486530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5899358" y="2127874"/>
            <a:ext cx="2985770" cy="51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FME COMPATIBILITÀ</a:t>
            </a:r>
            <a:b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OPZIONI E GETTONI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7487701" y="2945442"/>
            <a:ext cx="1397428" cy="456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26 </a:t>
            </a:r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</a:rPr>
              <a:t>luglio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 2022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475D1987-EA6C-4E1E-8FB4-02C29379E92F}"/>
              </a:ext>
            </a:extLst>
          </p:cNvPr>
          <p:cNvCxnSpPr>
            <a:cxnSpLocks/>
          </p:cNvCxnSpPr>
          <p:nvPr/>
        </p:nvCxnSpPr>
        <p:spPr>
          <a:xfrm flipH="1">
            <a:off x="0" y="1196555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FASTWEB C2 – INTERNAL USE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3505200" y="486530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  <p:sp>
        <p:nvSpPr>
          <p:cNvPr id="7" name="Google Shape;107;p16">
            <a:extLst>
              <a:ext uri="{FF2B5EF4-FFF2-40B4-BE49-F238E27FC236}">
                <a16:creationId xmlns:a16="http://schemas.microsoft.com/office/drawing/2014/main" id="{BA89A2F9-108E-4B9A-AF22-396A8F2050D6}"/>
              </a:ext>
            </a:extLst>
          </p:cNvPr>
          <p:cNvSpPr txBox="1">
            <a:spLocks/>
          </p:cNvSpPr>
          <p:nvPr/>
        </p:nvSpPr>
        <p:spPr>
          <a:xfrm>
            <a:off x="67195" y="1634106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Voce </a:t>
            </a:r>
            <a:r>
              <a:rPr lang="en-GB" sz="800" dirty="0" err="1">
                <a:latin typeface="Roboto" panose="02000000000000000000" pitchFamily="2" charset="0"/>
                <a:ea typeface="Roboto" panose="02000000000000000000" pitchFamily="2" charset="0"/>
              </a:rPr>
              <a:t>Unl</a:t>
            </a:r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 ITA e UE</a:t>
            </a:r>
          </a:p>
        </p:txBody>
      </p:sp>
      <p:sp>
        <p:nvSpPr>
          <p:cNvPr id="9" name="Google Shape;107;p16">
            <a:extLst>
              <a:ext uri="{FF2B5EF4-FFF2-40B4-BE49-F238E27FC236}">
                <a16:creationId xmlns:a16="http://schemas.microsoft.com/office/drawing/2014/main" id="{2D64117C-9069-40F8-B67E-2493ACA88D16}"/>
              </a:ext>
            </a:extLst>
          </p:cNvPr>
          <p:cNvSpPr txBox="1">
            <a:spLocks/>
          </p:cNvSpPr>
          <p:nvPr/>
        </p:nvSpPr>
        <p:spPr>
          <a:xfrm>
            <a:off x="1423662" y="244815"/>
            <a:ext cx="1689460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Traffico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Incluso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Google Shape;107;p16">
            <a:extLst>
              <a:ext uri="{FF2B5EF4-FFF2-40B4-BE49-F238E27FC236}">
                <a16:creationId xmlns:a16="http://schemas.microsoft.com/office/drawing/2014/main" id="{6DC834D7-025F-4293-9B2E-4098EB689D5C}"/>
              </a:ext>
            </a:extLst>
          </p:cNvPr>
          <p:cNvSpPr txBox="1">
            <a:spLocks/>
          </p:cNvSpPr>
          <p:nvPr/>
        </p:nvSpPr>
        <p:spPr>
          <a:xfrm>
            <a:off x="3321799" y="244815"/>
            <a:ext cx="1049022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Pricing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mensile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Google Shape;107;p16">
            <a:extLst>
              <a:ext uri="{FF2B5EF4-FFF2-40B4-BE49-F238E27FC236}">
                <a16:creationId xmlns:a16="http://schemas.microsoft.com/office/drawing/2014/main" id="{66A526D5-AA13-47E8-A40B-248AF4F3367C}"/>
              </a:ext>
            </a:extLst>
          </p:cNvPr>
          <p:cNvSpPr txBox="1">
            <a:spLocks/>
          </p:cNvSpPr>
          <p:nvPr/>
        </p:nvSpPr>
        <p:spPr>
          <a:xfrm>
            <a:off x="4574584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Simply</a:t>
            </a:r>
          </a:p>
        </p:txBody>
      </p:sp>
      <p:sp>
        <p:nvSpPr>
          <p:cNvPr id="12" name="Google Shape;107;p16">
            <a:extLst>
              <a:ext uri="{FF2B5EF4-FFF2-40B4-BE49-F238E27FC236}">
                <a16:creationId xmlns:a16="http://schemas.microsoft.com/office/drawing/2014/main" id="{A0BC0533-B909-4C4C-8298-B9377050F931}"/>
              </a:ext>
            </a:extLst>
          </p:cNvPr>
          <p:cNvSpPr txBox="1">
            <a:spLocks/>
          </p:cNvSpPr>
          <p:nvPr/>
        </p:nvSpPr>
        <p:spPr>
          <a:xfrm>
            <a:off x="5018696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Start</a:t>
            </a:r>
          </a:p>
        </p:txBody>
      </p:sp>
      <p:sp>
        <p:nvSpPr>
          <p:cNvPr id="13" name="Google Shape;107;p16">
            <a:extLst>
              <a:ext uri="{FF2B5EF4-FFF2-40B4-BE49-F238E27FC236}">
                <a16:creationId xmlns:a16="http://schemas.microsoft.com/office/drawing/2014/main" id="{FB7A0BD1-EEBA-4BF4-AEB2-5CAF0B1DAD7F}"/>
              </a:ext>
            </a:extLst>
          </p:cNvPr>
          <p:cNvSpPr txBox="1">
            <a:spLocks/>
          </p:cNvSpPr>
          <p:nvPr/>
        </p:nvSpPr>
        <p:spPr>
          <a:xfrm>
            <a:off x="5462808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Basic</a:t>
            </a:r>
          </a:p>
        </p:txBody>
      </p:sp>
      <p:sp>
        <p:nvSpPr>
          <p:cNvPr id="14" name="Google Shape;107;p16">
            <a:extLst>
              <a:ext uri="{FF2B5EF4-FFF2-40B4-BE49-F238E27FC236}">
                <a16:creationId xmlns:a16="http://schemas.microsoft.com/office/drawing/2014/main" id="{9B4703E2-3A44-4D04-8B9D-79084DA5810F}"/>
              </a:ext>
            </a:extLst>
          </p:cNvPr>
          <p:cNvSpPr txBox="1">
            <a:spLocks/>
          </p:cNvSpPr>
          <p:nvPr/>
        </p:nvSpPr>
        <p:spPr>
          <a:xfrm>
            <a:off x="5906920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Plus</a:t>
            </a:r>
          </a:p>
        </p:txBody>
      </p:sp>
      <p:sp>
        <p:nvSpPr>
          <p:cNvPr id="15" name="Google Shape;107;p16">
            <a:extLst>
              <a:ext uri="{FF2B5EF4-FFF2-40B4-BE49-F238E27FC236}">
                <a16:creationId xmlns:a16="http://schemas.microsoft.com/office/drawing/2014/main" id="{237F311D-16D6-4430-875F-E683ABF77701}"/>
              </a:ext>
            </a:extLst>
          </p:cNvPr>
          <p:cNvSpPr txBox="1">
            <a:spLocks/>
          </p:cNvSpPr>
          <p:nvPr/>
        </p:nvSpPr>
        <p:spPr>
          <a:xfrm>
            <a:off x="6351033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Flat</a:t>
            </a:r>
          </a:p>
        </p:txBody>
      </p:sp>
      <p:sp>
        <p:nvSpPr>
          <p:cNvPr id="16" name="Google Shape;107;p16">
            <a:extLst>
              <a:ext uri="{FF2B5EF4-FFF2-40B4-BE49-F238E27FC236}">
                <a16:creationId xmlns:a16="http://schemas.microsoft.com/office/drawing/2014/main" id="{F9A1691D-2A69-4D3E-8650-10BF632A0DD3}"/>
              </a:ext>
            </a:extLst>
          </p:cNvPr>
          <p:cNvSpPr txBox="1">
            <a:spLocks/>
          </p:cNvSpPr>
          <p:nvPr/>
        </p:nvSpPr>
        <p:spPr>
          <a:xfrm>
            <a:off x="6795145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Simply</a:t>
            </a:r>
          </a:p>
        </p:txBody>
      </p:sp>
      <p:sp>
        <p:nvSpPr>
          <p:cNvPr id="17" name="Google Shape;107;p16">
            <a:extLst>
              <a:ext uri="{FF2B5EF4-FFF2-40B4-BE49-F238E27FC236}">
                <a16:creationId xmlns:a16="http://schemas.microsoft.com/office/drawing/2014/main" id="{95505B3C-692B-44E6-B29B-5DE37CC2FA81}"/>
              </a:ext>
            </a:extLst>
          </p:cNvPr>
          <p:cNvSpPr txBox="1">
            <a:spLocks/>
          </p:cNvSpPr>
          <p:nvPr/>
        </p:nvSpPr>
        <p:spPr>
          <a:xfrm>
            <a:off x="7239256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Start</a:t>
            </a:r>
          </a:p>
        </p:txBody>
      </p:sp>
      <p:sp>
        <p:nvSpPr>
          <p:cNvPr id="18" name="Google Shape;107;p16">
            <a:extLst>
              <a:ext uri="{FF2B5EF4-FFF2-40B4-BE49-F238E27FC236}">
                <a16:creationId xmlns:a16="http://schemas.microsoft.com/office/drawing/2014/main" id="{C41324B5-3E6E-4894-8142-C9022BCBB317}"/>
              </a:ext>
            </a:extLst>
          </p:cNvPr>
          <p:cNvSpPr txBox="1">
            <a:spLocks/>
          </p:cNvSpPr>
          <p:nvPr/>
        </p:nvSpPr>
        <p:spPr>
          <a:xfrm>
            <a:off x="7683368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Basic</a:t>
            </a:r>
          </a:p>
        </p:txBody>
      </p:sp>
      <p:sp>
        <p:nvSpPr>
          <p:cNvPr id="19" name="Google Shape;107;p16">
            <a:extLst>
              <a:ext uri="{FF2B5EF4-FFF2-40B4-BE49-F238E27FC236}">
                <a16:creationId xmlns:a16="http://schemas.microsoft.com/office/drawing/2014/main" id="{3E58938A-33BA-4C89-A79D-7194824A83A2}"/>
              </a:ext>
            </a:extLst>
          </p:cNvPr>
          <p:cNvSpPr txBox="1">
            <a:spLocks/>
          </p:cNvSpPr>
          <p:nvPr/>
        </p:nvSpPr>
        <p:spPr>
          <a:xfrm>
            <a:off x="8127481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Plus</a:t>
            </a:r>
          </a:p>
        </p:txBody>
      </p:sp>
      <p:sp>
        <p:nvSpPr>
          <p:cNvPr id="20" name="Google Shape;107;p16">
            <a:extLst>
              <a:ext uri="{FF2B5EF4-FFF2-40B4-BE49-F238E27FC236}">
                <a16:creationId xmlns:a16="http://schemas.microsoft.com/office/drawing/2014/main" id="{6A0E85F7-EB41-4AE0-809D-498C8784DC47}"/>
              </a:ext>
            </a:extLst>
          </p:cNvPr>
          <p:cNvSpPr txBox="1">
            <a:spLocks/>
          </p:cNvSpPr>
          <p:nvPr/>
        </p:nvSpPr>
        <p:spPr>
          <a:xfrm>
            <a:off x="8571593" y="2448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Flat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13A937-ECFE-4527-85C8-05E1DED58FBC}"/>
              </a:ext>
            </a:extLst>
          </p:cNvPr>
          <p:cNvCxnSpPr/>
          <p:nvPr/>
        </p:nvCxnSpPr>
        <p:spPr>
          <a:xfrm flipH="1">
            <a:off x="1419136" y="202984"/>
            <a:ext cx="0" cy="46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B4607B-BDD2-4D74-B2D0-ABAA709FA9C1}"/>
              </a:ext>
            </a:extLst>
          </p:cNvPr>
          <p:cNvCxnSpPr/>
          <p:nvPr/>
        </p:nvCxnSpPr>
        <p:spPr>
          <a:xfrm flipH="1">
            <a:off x="3117647" y="202984"/>
            <a:ext cx="0" cy="46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9EBD33-53AB-455E-A8F9-0453027D09AA}"/>
              </a:ext>
            </a:extLst>
          </p:cNvPr>
          <p:cNvCxnSpPr/>
          <p:nvPr/>
        </p:nvCxnSpPr>
        <p:spPr>
          <a:xfrm flipH="1">
            <a:off x="4574972" y="202984"/>
            <a:ext cx="0" cy="46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889959-8E90-44B8-80EF-7F743FDB8AB0}"/>
              </a:ext>
            </a:extLst>
          </p:cNvPr>
          <p:cNvCxnSpPr/>
          <p:nvPr/>
        </p:nvCxnSpPr>
        <p:spPr>
          <a:xfrm flipH="1">
            <a:off x="5019084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C0088C-EDDF-4F84-9431-1952FE65193A}"/>
              </a:ext>
            </a:extLst>
          </p:cNvPr>
          <p:cNvCxnSpPr/>
          <p:nvPr/>
        </p:nvCxnSpPr>
        <p:spPr>
          <a:xfrm flipH="1">
            <a:off x="5463196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D6322C-A6DC-4B54-B73F-0B947E430C2E}"/>
              </a:ext>
            </a:extLst>
          </p:cNvPr>
          <p:cNvCxnSpPr/>
          <p:nvPr/>
        </p:nvCxnSpPr>
        <p:spPr>
          <a:xfrm flipH="1">
            <a:off x="5907308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64A877-005B-47DE-9269-8FD6594DA1DF}"/>
              </a:ext>
            </a:extLst>
          </p:cNvPr>
          <p:cNvCxnSpPr/>
          <p:nvPr/>
        </p:nvCxnSpPr>
        <p:spPr>
          <a:xfrm flipH="1">
            <a:off x="6351420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77B2674-1CAF-4F8E-8EDB-4DDF86F3C791}"/>
              </a:ext>
            </a:extLst>
          </p:cNvPr>
          <p:cNvCxnSpPr/>
          <p:nvPr/>
        </p:nvCxnSpPr>
        <p:spPr>
          <a:xfrm flipH="1">
            <a:off x="6795532" y="52961"/>
            <a:ext cx="0" cy="47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7ABAA8-C63A-40DF-AB41-5D771CB227BC}"/>
              </a:ext>
            </a:extLst>
          </p:cNvPr>
          <p:cNvCxnSpPr/>
          <p:nvPr/>
        </p:nvCxnSpPr>
        <p:spPr>
          <a:xfrm flipH="1">
            <a:off x="7239644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4086C4E-5621-405F-B16A-B2CD2B9D3517}"/>
              </a:ext>
            </a:extLst>
          </p:cNvPr>
          <p:cNvCxnSpPr/>
          <p:nvPr/>
        </p:nvCxnSpPr>
        <p:spPr>
          <a:xfrm flipH="1">
            <a:off x="7683756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1EB802-3762-464B-BA8C-314FAFD0C219}"/>
              </a:ext>
            </a:extLst>
          </p:cNvPr>
          <p:cNvCxnSpPr/>
          <p:nvPr/>
        </p:nvCxnSpPr>
        <p:spPr>
          <a:xfrm flipH="1">
            <a:off x="8127868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2D75BC-0602-4D01-AD67-F07F360843E8}"/>
              </a:ext>
            </a:extLst>
          </p:cNvPr>
          <p:cNvCxnSpPr/>
          <p:nvPr/>
        </p:nvCxnSpPr>
        <p:spPr>
          <a:xfrm flipH="1">
            <a:off x="8571980" y="202984"/>
            <a:ext cx="0" cy="46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8E01C3-6590-4063-8BB1-F1197E9717C3}"/>
              </a:ext>
            </a:extLst>
          </p:cNvPr>
          <p:cNvCxnSpPr/>
          <p:nvPr/>
        </p:nvCxnSpPr>
        <p:spPr>
          <a:xfrm flipH="1">
            <a:off x="9016092" y="202984"/>
            <a:ext cx="0" cy="46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oogle Shape;107;p16">
            <a:extLst>
              <a:ext uri="{FF2B5EF4-FFF2-40B4-BE49-F238E27FC236}">
                <a16:creationId xmlns:a16="http://schemas.microsoft.com/office/drawing/2014/main" id="{88C58AE2-0D2D-4C87-847C-47B4EF52242D}"/>
              </a:ext>
            </a:extLst>
          </p:cNvPr>
          <p:cNvSpPr txBox="1">
            <a:spLocks/>
          </p:cNvSpPr>
          <p:nvPr/>
        </p:nvSpPr>
        <p:spPr>
          <a:xfrm>
            <a:off x="4586124" y="30091"/>
            <a:ext cx="2196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VOCE E DATI</a:t>
            </a:r>
          </a:p>
        </p:txBody>
      </p:sp>
      <p:sp>
        <p:nvSpPr>
          <p:cNvPr id="36" name="Google Shape;107;p16">
            <a:extLst>
              <a:ext uri="{FF2B5EF4-FFF2-40B4-BE49-F238E27FC236}">
                <a16:creationId xmlns:a16="http://schemas.microsoft.com/office/drawing/2014/main" id="{3DF1ED37-FC26-48BB-9FB4-9EE2E35BEEE4}"/>
              </a:ext>
            </a:extLst>
          </p:cNvPr>
          <p:cNvSpPr txBox="1">
            <a:spLocks/>
          </p:cNvSpPr>
          <p:nvPr/>
        </p:nvSpPr>
        <p:spPr>
          <a:xfrm>
            <a:off x="6817717" y="30091"/>
            <a:ext cx="2196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DATI</a:t>
            </a:r>
          </a:p>
        </p:txBody>
      </p:sp>
      <p:sp>
        <p:nvSpPr>
          <p:cNvPr id="40" name="Google Shape;107;p16">
            <a:extLst>
              <a:ext uri="{FF2B5EF4-FFF2-40B4-BE49-F238E27FC236}">
                <a16:creationId xmlns:a16="http://schemas.microsoft.com/office/drawing/2014/main" id="{9D314A0F-E6BD-4AE5-B9B2-A1D3D8F23BCE}"/>
              </a:ext>
            </a:extLst>
          </p:cNvPr>
          <p:cNvSpPr txBox="1">
            <a:spLocks/>
          </p:cNvSpPr>
          <p:nvPr/>
        </p:nvSpPr>
        <p:spPr>
          <a:xfrm>
            <a:off x="1423662" y="1634106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Min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illimitati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Google Shape;107;p16">
            <a:extLst>
              <a:ext uri="{FF2B5EF4-FFF2-40B4-BE49-F238E27FC236}">
                <a16:creationId xmlns:a16="http://schemas.microsoft.com/office/drawing/2014/main" id="{5D122C25-C6FA-4BC4-B4FD-84E8804C5F37}"/>
              </a:ext>
            </a:extLst>
          </p:cNvPr>
          <p:cNvSpPr txBox="1">
            <a:spLocks/>
          </p:cNvSpPr>
          <p:nvPr/>
        </p:nvSpPr>
        <p:spPr>
          <a:xfrm>
            <a:off x="3141042" y="1634106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3€/m – in bundle 1,5€/m</a:t>
            </a:r>
          </a:p>
        </p:txBody>
      </p:sp>
      <p:sp>
        <p:nvSpPr>
          <p:cNvPr id="42" name="Google Shape;107;p16">
            <a:extLst>
              <a:ext uri="{FF2B5EF4-FFF2-40B4-BE49-F238E27FC236}">
                <a16:creationId xmlns:a16="http://schemas.microsoft.com/office/drawing/2014/main" id="{3432A4CD-7B6D-4858-8E9D-044D2E888446}"/>
              </a:ext>
            </a:extLst>
          </p:cNvPr>
          <p:cNvSpPr txBox="1">
            <a:spLocks/>
          </p:cNvSpPr>
          <p:nvPr/>
        </p:nvSpPr>
        <p:spPr>
          <a:xfrm>
            <a:off x="67195" y="181515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SMS ITA e UE</a:t>
            </a:r>
          </a:p>
        </p:txBody>
      </p:sp>
      <p:sp>
        <p:nvSpPr>
          <p:cNvPr id="43" name="Google Shape;107;p16">
            <a:extLst>
              <a:ext uri="{FF2B5EF4-FFF2-40B4-BE49-F238E27FC236}">
                <a16:creationId xmlns:a16="http://schemas.microsoft.com/office/drawing/2014/main" id="{0DF5ED44-CA05-479A-AC99-7AD9B13CA030}"/>
              </a:ext>
            </a:extLst>
          </p:cNvPr>
          <p:cNvSpPr txBox="1">
            <a:spLocks/>
          </p:cNvSpPr>
          <p:nvPr/>
        </p:nvSpPr>
        <p:spPr>
          <a:xfrm>
            <a:off x="1423662" y="181515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100 SMS</a:t>
            </a:r>
          </a:p>
        </p:txBody>
      </p:sp>
      <p:sp>
        <p:nvSpPr>
          <p:cNvPr id="44" name="Google Shape;107;p16">
            <a:extLst>
              <a:ext uri="{FF2B5EF4-FFF2-40B4-BE49-F238E27FC236}">
                <a16:creationId xmlns:a16="http://schemas.microsoft.com/office/drawing/2014/main" id="{C9E0430C-35CA-43A2-B74B-A7E05B2B1C66}"/>
              </a:ext>
            </a:extLst>
          </p:cNvPr>
          <p:cNvSpPr txBox="1">
            <a:spLocks/>
          </p:cNvSpPr>
          <p:nvPr/>
        </p:nvSpPr>
        <p:spPr>
          <a:xfrm>
            <a:off x="3141042" y="1815159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1.5€/m – in bundle 0,5€/m</a:t>
            </a:r>
          </a:p>
        </p:txBody>
      </p:sp>
      <p:sp>
        <p:nvSpPr>
          <p:cNvPr id="45" name="Google Shape;107;p16">
            <a:extLst>
              <a:ext uri="{FF2B5EF4-FFF2-40B4-BE49-F238E27FC236}">
                <a16:creationId xmlns:a16="http://schemas.microsoft.com/office/drawing/2014/main" id="{BF569031-33EF-46F2-ACB4-BA843C07E7E8}"/>
              </a:ext>
            </a:extLst>
          </p:cNvPr>
          <p:cNvSpPr txBox="1">
            <a:spLocks/>
          </p:cNvSpPr>
          <p:nvPr/>
        </p:nvSpPr>
        <p:spPr>
          <a:xfrm>
            <a:off x="67195" y="1996211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SMS </a:t>
            </a:r>
            <a:r>
              <a:rPr lang="en-GB" sz="800" dirty="0" err="1">
                <a:latin typeface="Roboto" panose="02000000000000000000" pitchFamily="2" charset="0"/>
                <a:ea typeface="Roboto" panose="02000000000000000000" pitchFamily="2" charset="0"/>
              </a:rPr>
              <a:t>Unl</a:t>
            </a:r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 ITA e UE</a:t>
            </a:r>
          </a:p>
        </p:txBody>
      </p:sp>
      <p:sp>
        <p:nvSpPr>
          <p:cNvPr id="46" name="Google Shape;107;p16">
            <a:extLst>
              <a:ext uri="{FF2B5EF4-FFF2-40B4-BE49-F238E27FC236}">
                <a16:creationId xmlns:a16="http://schemas.microsoft.com/office/drawing/2014/main" id="{FF8B11FA-B465-4F30-A75E-978FBE71B83C}"/>
              </a:ext>
            </a:extLst>
          </p:cNvPr>
          <p:cNvSpPr txBox="1">
            <a:spLocks/>
          </p:cNvSpPr>
          <p:nvPr/>
        </p:nvSpPr>
        <p:spPr>
          <a:xfrm>
            <a:off x="1423662" y="1996211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SMS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illimitati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Google Shape;107;p16">
            <a:extLst>
              <a:ext uri="{FF2B5EF4-FFF2-40B4-BE49-F238E27FC236}">
                <a16:creationId xmlns:a16="http://schemas.microsoft.com/office/drawing/2014/main" id="{08BDA56E-5008-4279-99A0-9C8FA1A1B7E1}"/>
              </a:ext>
            </a:extLst>
          </p:cNvPr>
          <p:cNvSpPr txBox="1">
            <a:spLocks/>
          </p:cNvSpPr>
          <p:nvPr/>
        </p:nvSpPr>
        <p:spPr>
          <a:xfrm>
            <a:off x="3141042" y="1996211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2€/m – in bundle 1€/m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4290741-5AF0-44AA-8B42-9A13A9FB9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1653648"/>
            <a:ext cx="147274" cy="11808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09F915C-0C71-4784-8DF4-2D85C4440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1653648"/>
            <a:ext cx="147274" cy="11808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7D8C022-EDAC-4B11-8AA2-8F1B8F469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1653648"/>
            <a:ext cx="147274" cy="11808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F83123E-8DA7-42B0-8C4B-D8B0414B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1653648"/>
            <a:ext cx="147274" cy="11808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F6E8FDD-58D6-439F-9948-F5EE6FD06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1653648"/>
            <a:ext cx="147274" cy="118084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1D45466-4F03-4B4C-8467-FFFE9F363A8F}"/>
              </a:ext>
            </a:extLst>
          </p:cNvPr>
          <p:cNvCxnSpPr>
            <a:cxnSpLocks/>
          </p:cNvCxnSpPr>
          <p:nvPr/>
        </p:nvCxnSpPr>
        <p:spPr>
          <a:xfrm flipH="1">
            <a:off x="0" y="1612507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7772CC1-256D-4158-9EFB-D4B7AE7AFB0F}"/>
              </a:ext>
            </a:extLst>
          </p:cNvPr>
          <p:cNvCxnSpPr>
            <a:cxnSpLocks/>
          </p:cNvCxnSpPr>
          <p:nvPr/>
        </p:nvCxnSpPr>
        <p:spPr>
          <a:xfrm flipH="1">
            <a:off x="0" y="1793559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808EE7B-1E7E-4391-9C46-D4BB1FA17DAE}"/>
              </a:ext>
            </a:extLst>
          </p:cNvPr>
          <p:cNvCxnSpPr>
            <a:cxnSpLocks/>
          </p:cNvCxnSpPr>
          <p:nvPr/>
        </p:nvCxnSpPr>
        <p:spPr>
          <a:xfrm flipH="1">
            <a:off x="0" y="1974611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5282F7D-1D7D-45AF-857D-0AD59D8BCE5D}"/>
              </a:ext>
            </a:extLst>
          </p:cNvPr>
          <p:cNvCxnSpPr>
            <a:cxnSpLocks/>
          </p:cNvCxnSpPr>
          <p:nvPr/>
        </p:nvCxnSpPr>
        <p:spPr>
          <a:xfrm flipH="1">
            <a:off x="0" y="2155664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1CD4987D-64B7-47AD-9318-0CFD9EDCB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1815159"/>
            <a:ext cx="147274" cy="11808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A237E9C-66FD-4137-880A-A836BAD3C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1815159"/>
            <a:ext cx="147274" cy="11808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B5BFE53-42CE-427F-92C8-47C16501E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1815159"/>
            <a:ext cx="147274" cy="11808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288C5A02-3F8B-40D9-920E-D9E0C8A9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1815159"/>
            <a:ext cx="147274" cy="11808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1030752-55C1-4592-9A95-1A24118A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1815159"/>
            <a:ext cx="147274" cy="118084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504B868-3F39-4552-9AEC-BB32C8CD8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1996211"/>
            <a:ext cx="147274" cy="11808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41B0EEA-5109-48D0-9C7F-5E5DECDD8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1996211"/>
            <a:ext cx="147274" cy="11808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4C28880C-B3DE-4434-B9EA-6834EA0B1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1996211"/>
            <a:ext cx="147274" cy="118084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BD627D4D-2D91-4BD5-AE07-CE8F8136D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1996211"/>
            <a:ext cx="147274" cy="11808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2DC514B-1DFE-48F1-BCFB-25CEEC6E0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1996211"/>
            <a:ext cx="147274" cy="118084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AE4B1-E706-46F4-BC4E-28E4647A8291}"/>
              </a:ext>
            </a:extLst>
          </p:cNvPr>
          <p:cNvCxnSpPr>
            <a:cxnSpLocks/>
          </p:cNvCxnSpPr>
          <p:nvPr/>
        </p:nvCxnSpPr>
        <p:spPr>
          <a:xfrm flipH="1">
            <a:off x="0" y="2393193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Google Shape;107;p16">
            <a:extLst>
              <a:ext uri="{FF2B5EF4-FFF2-40B4-BE49-F238E27FC236}">
                <a16:creationId xmlns:a16="http://schemas.microsoft.com/office/drawing/2014/main" id="{C5FF2021-AF0D-4D6C-8386-DDAAD44E7036}"/>
              </a:ext>
            </a:extLst>
          </p:cNvPr>
          <p:cNvSpPr txBox="1">
            <a:spLocks/>
          </p:cNvSpPr>
          <p:nvPr/>
        </p:nvSpPr>
        <p:spPr>
          <a:xfrm>
            <a:off x="67195" y="241972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Voce UE</a:t>
            </a:r>
          </a:p>
        </p:txBody>
      </p:sp>
      <p:sp>
        <p:nvSpPr>
          <p:cNvPr id="114" name="Google Shape;107;p16">
            <a:extLst>
              <a:ext uri="{FF2B5EF4-FFF2-40B4-BE49-F238E27FC236}">
                <a16:creationId xmlns:a16="http://schemas.microsoft.com/office/drawing/2014/main" id="{E6B3EDC4-E9C0-44CE-8734-9D1B2E919953}"/>
              </a:ext>
            </a:extLst>
          </p:cNvPr>
          <p:cNvSpPr txBox="1">
            <a:spLocks/>
          </p:cNvSpPr>
          <p:nvPr/>
        </p:nvSpPr>
        <p:spPr>
          <a:xfrm>
            <a:off x="1423662" y="241972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Min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illimitati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5" name="Google Shape;107;p16">
            <a:extLst>
              <a:ext uri="{FF2B5EF4-FFF2-40B4-BE49-F238E27FC236}">
                <a16:creationId xmlns:a16="http://schemas.microsoft.com/office/drawing/2014/main" id="{9B74E35D-444C-46F0-B311-A030AFEB7FC8}"/>
              </a:ext>
            </a:extLst>
          </p:cNvPr>
          <p:cNvSpPr txBox="1">
            <a:spLocks/>
          </p:cNvSpPr>
          <p:nvPr/>
        </p:nvSpPr>
        <p:spPr>
          <a:xfrm>
            <a:off x="3141042" y="2419722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2€/m – in bundle 1€/m</a:t>
            </a:r>
          </a:p>
        </p:txBody>
      </p:sp>
      <p:sp>
        <p:nvSpPr>
          <p:cNvPr id="116" name="Google Shape;107;p16">
            <a:extLst>
              <a:ext uri="{FF2B5EF4-FFF2-40B4-BE49-F238E27FC236}">
                <a16:creationId xmlns:a16="http://schemas.microsoft.com/office/drawing/2014/main" id="{07E56ECB-7E4B-431D-A504-698497B0C718}"/>
              </a:ext>
            </a:extLst>
          </p:cNvPr>
          <p:cNvSpPr txBox="1">
            <a:spLocks/>
          </p:cNvSpPr>
          <p:nvPr/>
        </p:nvSpPr>
        <p:spPr>
          <a:xfrm>
            <a:off x="67195" y="2600775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Voce Top Nation</a:t>
            </a:r>
          </a:p>
        </p:txBody>
      </p:sp>
      <p:sp>
        <p:nvSpPr>
          <p:cNvPr id="117" name="Google Shape;107;p16">
            <a:extLst>
              <a:ext uri="{FF2B5EF4-FFF2-40B4-BE49-F238E27FC236}">
                <a16:creationId xmlns:a16="http://schemas.microsoft.com/office/drawing/2014/main" id="{FCB54B7A-5451-4D06-92F2-809EB550EA18}"/>
              </a:ext>
            </a:extLst>
          </p:cNvPr>
          <p:cNvSpPr txBox="1">
            <a:spLocks/>
          </p:cNvSpPr>
          <p:nvPr/>
        </p:nvSpPr>
        <p:spPr>
          <a:xfrm>
            <a:off x="1423662" y="2600775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Min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illimitati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Google Shape;107;p16">
            <a:extLst>
              <a:ext uri="{FF2B5EF4-FFF2-40B4-BE49-F238E27FC236}">
                <a16:creationId xmlns:a16="http://schemas.microsoft.com/office/drawing/2014/main" id="{38FB636B-386F-4377-BFBA-7D6F02834523}"/>
              </a:ext>
            </a:extLst>
          </p:cNvPr>
          <p:cNvSpPr txBox="1">
            <a:spLocks/>
          </p:cNvSpPr>
          <p:nvPr/>
        </p:nvSpPr>
        <p:spPr>
          <a:xfrm>
            <a:off x="3141042" y="2600775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3€/m – in bundle 1,5€/m</a:t>
            </a:r>
          </a:p>
        </p:txBody>
      </p:sp>
      <p:sp>
        <p:nvSpPr>
          <p:cNvPr id="119" name="Google Shape;107;p16">
            <a:extLst>
              <a:ext uri="{FF2B5EF4-FFF2-40B4-BE49-F238E27FC236}">
                <a16:creationId xmlns:a16="http://schemas.microsoft.com/office/drawing/2014/main" id="{DABCAACF-E355-45B6-9B43-56748D2BC0BA}"/>
              </a:ext>
            </a:extLst>
          </p:cNvPr>
          <p:cNvSpPr txBox="1">
            <a:spLocks/>
          </p:cNvSpPr>
          <p:nvPr/>
        </p:nvSpPr>
        <p:spPr>
          <a:xfrm>
            <a:off x="67195" y="2781827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Voce World</a:t>
            </a:r>
          </a:p>
        </p:txBody>
      </p:sp>
      <p:sp>
        <p:nvSpPr>
          <p:cNvPr id="120" name="Google Shape;107;p16">
            <a:extLst>
              <a:ext uri="{FF2B5EF4-FFF2-40B4-BE49-F238E27FC236}">
                <a16:creationId xmlns:a16="http://schemas.microsoft.com/office/drawing/2014/main" id="{CE2F9C24-DA19-4242-8D2E-0BA99EFA4358}"/>
              </a:ext>
            </a:extLst>
          </p:cNvPr>
          <p:cNvSpPr txBox="1">
            <a:spLocks/>
          </p:cNvSpPr>
          <p:nvPr/>
        </p:nvSpPr>
        <p:spPr>
          <a:xfrm>
            <a:off x="1423662" y="2781827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1000 Min</a:t>
            </a:r>
          </a:p>
        </p:txBody>
      </p:sp>
      <p:sp>
        <p:nvSpPr>
          <p:cNvPr id="121" name="Google Shape;107;p16">
            <a:extLst>
              <a:ext uri="{FF2B5EF4-FFF2-40B4-BE49-F238E27FC236}">
                <a16:creationId xmlns:a16="http://schemas.microsoft.com/office/drawing/2014/main" id="{5982D90B-2715-4DD1-B260-C163F189C4B8}"/>
              </a:ext>
            </a:extLst>
          </p:cNvPr>
          <p:cNvSpPr txBox="1">
            <a:spLocks/>
          </p:cNvSpPr>
          <p:nvPr/>
        </p:nvSpPr>
        <p:spPr>
          <a:xfrm>
            <a:off x="3141042" y="2781827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4€/m – in bundle 2€/m</a:t>
            </a: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B3B5F62B-28DC-434B-A12D-AB5B04F6D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2439264"/>
            <a:ext cx="147274" cy="118084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8746031A-37DB-416A-A0C9-FC075EA55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2439264"/>
            <a:ext cx="147274" cy="118084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8073D57-56C0-4D4F-BAE9-000859D60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2439264"/>
            <a:ext cx="147274" cy="118084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50FA395B-AA49-431D-9B16-1ED1B843B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2439264"/>
            <a:ext cx="147274" cy="118084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A910ED05-3521-493F-8F1B-2F654697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2439264"/>
            <a:ext cx="147274" cy="118084"/>
          </a:xfrm>
          <a:prstGeom prst="rect">
            <a:avLst/>
          </a:prstGeom>
        </p:spPr>
      </p:pic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AC20F35-C571-4D9A-B48F-7DB2F31E555D}"/>
              </a:ext>
            </a:extLst>
          </p:cNvPr>
          <p:cNvCxnSpPr>
            <a:cxnSpLocks/>
          </p:cNvCxnSpPr>
          <p:nvPr/>
        </p:nvCxnSpPr>
        <p:spPr>
          <a:xfrm flipH="1">
            <a:off x="0" y="2579175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DCA7C5E-24FF-4122-A183-3A667B376331}"/>
              </a:ext>
            </a:extLst>
          </p:cNvPr>
          <p:cNvCxnSpPr>
            <a:cxnSpLocks/>
          </p:cNvCxnSpPr>
          <p:nvPr/>
        </p:nvCxnSpPr>
        <p:spPr>
          <a:xfrm flipH="1">
            <a:off x="0" y="2760227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7039BEC-4C94-4FA9-A49A-CA4AEA5B11A2}"/>
              </a:ext>
            </a:extLst>
          </p:cNvPr>
          <p:cNvCxnSpPr>
            <a:cxnSpLocks/>
          </p:cNvCxnSpPr>
          <p:nvPr/>
        </p:nvCxnSpPr>
        <p:spPr>
          <a:xfrm flipH="1">
            <a:off x="0" y="2941280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Picture 129">
            <a:extLst>
              <a:ext uri="{FF2B5EF4-FFF2-40B4-BE49-F238E27FC236}">
                <a16:creationId xmlns:a16="http://schemas.microsoft.com/office/drawing/2014/main" id="{D878A1F4-25B0-41E7-8E09-E676B6C0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2600775"/>
            <a:ext cx="147274" cy="118084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C44B3164-9F3D-4D29-87ED-12FD1F37C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2600775"/>
            <a:ext cx="147274" cy="118084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1C7F7F52-71CA-4F45-9B84-D575DAF2E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2600775"/>
            <a:ext cx="147274" cy="118084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D31EF8C7-909B-4B84-95A1-807368C50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2600775"/>
            <a:ext cx="147274" cy="118084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9D85029A-CECB-46BB-A2A8-0B64096BF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2600775"/>
            <a:ext cx="147274" cy="118084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2B3110AC-24C1-4671-9E5D-BC2247F30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2781827"/>
            <a:ext cx="147274" cy="118084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20C41F2F-E4D5-4353-8008-A7AF7C1BF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2781827"/>
            <a:ext cx="147274" cy="118084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F9811F4-E11E-4EB8-A473-F4A63EA5A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2781827"/>
            <a:ext cx="147274" cy="118084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B3F5F544-08E0-49E9-9D10-92C324C44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2781827"/>
            <a:ext cx="147274" cy="118084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96F080C6-6350-4D82-86E6-4A1E8100A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2781827"/>
            <a:ext cx="147274" cy="118084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37D681B-F3F1-47D8-BF55-43DF3E11E763}"/>
              </a:ext>
            </a:extLst>
          </p:cNvPr>
          <p:cNvCxnSpPr>
            <a:cxnSpLocks/>
          </p:cNvCxnSpPr>
          <p:nvPr/>
        </p:nvCxnSpPr>
        <p:spPr>
          <a:xfrm flipH="1">
            <a:off x="0" y="1376766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Google Shape;107;p16">
            <a:extLst>
              <a:ext uri="{FF2B5EF4-FFF2-40B4-BE49-F238E27FC236}">
                <a16:creationId xmlns:a16="http://schemas.microsoft.com/office/drawing/2014/main" id="{567F32D8-FE0B-4A35-ABD0-6BB8C327CFE8}"/>
              </a:ext>
            </a:extLst>
          </p:cNvPr>
          <p:cNvSpPr txBox="1">
            <a:spLocks/>
          </p:cNvSpPr>
          <p:nvPr/>
        </p:nvSpPr>
        <p:spPr>
          <a:xfrm>
            <a:off x="50960" y="1423137"/>
            <a:ext cx="8928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Traffico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NAZIONALE – ITZ da Italia vs UE – IN ROAMING UE -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Ricorrente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5" name="Google Shape;107;p16">
            <a:extLst>
              <a:ext uri="{FF2B5EF4-FFF2-40B4-BE49-F238E27FC236}">
                <a16:creationId xmlns:a16="http://schemas.microsoft.com/office/drawing/2014/main" id="{B93AA4BF-2540-47F6-B10A-68FBAD66382C}"/>
              </a:ext>
            </a:extLst>
          </p:cNvPr>
          <p:cNvSpPr txBox="1">
            <a:spLocks/>
          </p:cNvSpPr>
          <p:nvPr/>
        </p:nvSpPr>
        <p:spPr>
          <a:xfrm>
            <a:off x="50960" y="2199866"/>
            <a:ext cx="8928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Traffico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ITZ da Italia vs Estero -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Ricorrente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7" name="Google Shape;107;p16">
            <a:extLst>
              <a:ext uri="{FF2B5EF4-FFF2-40B4-BE49-F238E27FC236}">
                <a16:creationId xmlns:a16="http://schemas.microsoft.com/office/drawing/2014/main" id="{9359FE93-AFF7-4E72-845C-911302AA10A0}"/>
              </a:ext>
            </a:extLst>
          </p:cNvPr>
          <p:cNvSpPr txBox="1">
            <a:spLocks/>
          </p:cNvSpPr>
          <p:nvPr/>
        </p:nvSpPr>
        <p:spPr>
          <a:xfrm>
            <a:off x="67195" y="296854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SMS UE</a:t>
            </a:r>
          </a:p>
        </p:txBody>
      </p:sp>
      <p:sp>
        <p:nvSpPr>
          <p:cNvPr id="148" name="Google Shape;107;p16">
            <a:extLst>
              <a:ext uri="{FF2B5EF4-FFF2-40B4-BE49-F238E27FC236}">
                <a16:creationId xmlns:a16="http://schemas.microsoft.com/office/drawing/2014/main" id="{D075A92A-17EB-4B88-AA84-48AF69A2743D}"/>
              </a:ext>
            </a:extLst>
          </p:cNvPr>
          <p:cNvSpPr txBox="1">
            <a:spLocks/>
          </p:cNvSpPr>
          <p:nvPr/>
        </p:nvSpPr>
        <p:spPr>
          <a:xfrm>
            <a:off x="1423662" y="296854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SMS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illimitati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9" name="Google Shape;107;p16">
            <a:extLst>
              <a:ext uri="{FF2B5EF4-FFF2-40B4-BE49-F238E27FC236}">
                <a16:creationId xmlns:a16="http://schemas.microsoft.com/office/drawing/2014/main" id="{8B5EB6C1-5667-45B5-8E61-C524A5D07003}"/>
              </a:ext>
            </a:extLst>
          </p:cNvPr>
          <p:cNvSpPr txBox="1">
            <a:spLocks/>
          </p:cNvSpPr>
          <p:nvPr/>
        </p:nvSpPr>
        <p:spPr>
          <a:xfrm>
            <a:off x="3141042" y="2968542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2,5€/m – in bundle 1,5€/m</a:t>
            </a:r>
          </a:p>
        </p:txBody>
      </p:sp>
      <p:sp>
        <p:nvSpPr>
          <p:cNvPr id="150" name="Google Shape;107;p16">
            <a:extLst>
              <a:ext uri="{FF2B5EF4-FFF2-40B4-BE49-F238E27FC236}">
                <a16:creationId xmlns:a16="http://schemas.microsoft.com/office/drawing/2014/main" id="{E55DE587-94D8-41EC-A340-2502FA06E300}"/>
              </a:ext>
            </a:extLst>
          </p:cNvPr>
          <p:cNvSpPr txBox="1">
            <a:spLocks/>
          </p:cNvSpPr>
          <p:nvPr/>
        </p:nvSpPr>
        <p:spPr>
          <a:xfrm>
            <a:off x="67195" y="3149595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SMS Top Nation</a:t>
            </a:r>
          </a:p>
        </p:txBody>
      </p:sp>
      <p:sp>
        <p:nvSpPr>
          <p:cNvPr id="151" name="Google Shape;107;p16">
            <a:extLst>
              <a:ext uri="{FF2B5EF4-FFF2-40B4-BE49-F238E27FC236}">
                <a16:creationId xmlns:a16="http://schemas.microsoft.com/office/drawing/2014/main" id="{365A9362-9296-4086-BC23-10CF96CB2FD2}"/>
              </a:ext>
            </a:extLst>
          </p:cNvPr>
          <p:cNvSpPr txBox="1">
            <a:spLocks/>
          </p:cNvSpPr>
          <p:nvPr/>
        </p:nvSpPr>
        <p:spPr>
          <a:xfrm>
            <a:off x="1423662" y="3149595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SMS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illimitati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2" name="Google Shape;107;p16">
            <a:extLst>
              <a:ext uri="{FF2B5EF4-FFF2-40B4-BE49-F238E27FC236}">
                <a16:creationId xmlns:a16="http://schemas.microsoft.com/office/drawing/2014/main" id="{61102956-7C30-489B-8F3E-55B829E820C2}"/>
              </a:ext>
            </a:extLst>
          </p:cNvPr>
          <p:cNvSpPr txBox="1">
            <a:spLocks/>
          </p:cNvSpPr>
          <p:nvPr/>
        </p:nvSpPr>
        <p:spPr>
          <a:xfrm>
            <a:off x="3141042" y="3149595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3€/m – in bundle 1,5€/m</a:t>
            </a:r>
          </a:p>
        </p:txBody>
      </p:sp>
      <p:sp>
        <p:nvSpPr>
          <p:cNvPr id="153" name="Google Shape;107;p16">
            <a:extLst>
              <a:ext uri="{FF2B5EF4-FFF2-40B4-BE49-F238E27FC236}">
                <a16:creationId xmlns:a16="http://schemas.microsoft.com/office/drawing/2014/main" id="{0A7F2CC1-1542-43E4-B70B-A72D510D20D3}"/>
              </a:ext>
            </a:extLst>
          </p:cNvPr>
          <p:cNvSpPr txBox="1">
            <a:spLocks/>
          </p:cNvSpPr>
          <p:nvPr/>
        </p:nvSpPr>
        <p:spPr>
          <a:xfrm>
            <a:off x="67195" y="3330647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SMS World</a:t>
            </a:r>
          </a:p>
        </p:txBody>
      </p:sp>
      <p:sp>
        <p:nvSpPr>
          <p:cNvPr id="154" name="Google Shape;107;p16">
            <a:extLst>
              <a:ext uri="{FF2B5EF4-FFF2-40B4-BE49-F238E27FC236}">
                <a16:creationId xmlns:a16="http://schemas.microsoft.com/office/drawing/2014/main" id="{708952D3-48A8-43DE-A2E8-B628C6378830}"/>
              </a:ext>
            </a:extLst>
          </p:cNvPr>
          <p:cNvSpPr txBox="1">
            <a:spLocks/>
          </p:cNvSpPr>
          <p:nvPr/>
        </p:nvSpPr>
        <p:spPr>
          <a:xfrm>
            <a:off x="1423662" y="3330647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50 SMS</a:t>
            </a:r>
          </a:p>
        </p:txBody>
      </p:sp>
      <p:sp>
        <p:nvSpPr>
          <p:cNvPr id="155" name="Google Shape;107;p16">
            <a:extLst>
              <a:ext uri="{FF2B5EF4-FFF2-40B4-BE49-F238E27FC236}">
                <a16:creationId xmlns:a16="http://schemas.microsoft.com/office/drawing/2014/main" id="{8C830117-5D5A-4357-914B-A0D70ABBE67A}"/>
              </a:ext>
            </a:extLst>
          </p:cNvPr>
          <p:cNvSpPr txBox="1">
            <a:spLocks/>
          </p:cNvSpPr>
          <p:nvPr/>
        </p:nvSpPr>
        <p:spPr>
          <a:xfrm>
            <a:off x="3141042" y="3330647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3€/m – in bundle 1,5€/m</a:t>
            </a: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45FB1A64-D9FE-41AA-93A0-6D1ACA3B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2988084"/>
            <a:ext cx="147274" cy="118084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FEA65D9C-1661-4B92-B381-C8F9FBF9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2988084"/>
            <a:ext cx="147274" cy="118084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326C7522-A5F0-4452-8888-EC845C6F9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2988084"/>
            <a:ext cx="147274" cy="118084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E9147D31-D7D0-49C0-9D08-BC444949A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2988084"/>
            <a:ext cx="147274" cy="118084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93850775-C986-42EA-85D5-AD9683510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2988084"/>
            <a:ext cx="147274" cy="118084"/>
          </a:xfrm>
          <a:prstGeom prst="rect">
            <a:avLst/>
          </a:prstGeom>
        </p:spPr>
      </p:pic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F540F3A-AB32-4152-899F-043FD88B6605}"/>
              </a:ext>
            </a:extLst>
          </p:cNvPr>
          <p:cNvCxnSpPr>
            <a:cxnSpLocks/>
          </p:cNvCxnSpPr>
          <p:nvPr/>
        </p:nvCxnSpPr>
        <p:spPr>
          <a:xfrm flipH="1">
            <a:off x="0" y="3127995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20DB9E2B-3A40-4262-A2F2-92ED44A93E42}"/>
              </a:ext>
            </a:extLst>
          </p:cNvPr>
          <p:cNvCxnSpPr>
            <a:cxnSpLocks/>
          </p:cNvCxnSpPr>
          <p:nvPr/>
        </p:nvCxnSpPr>
        <p:spPr>
          <a:xfrm flipH="1">
            <a:off x="0" y="3309047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2A05F88-78A2-4295-A229-25CAC3E44D54}"/>
              </a:ext>
            </a:extLst>
          </p:cNvPr>
          <p:cNvCxnSpPr>
            <a:cxnSpLocks/>
          </p:cNvCxnSpPr>
          <p:nvPr/>
        </p:nvCxnSpPr>
        <p:spPr>
          <a:xfrm flipH="1">
            <a:off x="0" y="3490100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" name="Picture 163">
            <a:extLst>
              <a:ext uri="{FF2B5EF4-FFF2-40B4-BE49-F238E27FC236}">
                <a16:creationId xmlns:a16="http://schemas.microsoft.com/office/drawing/2014/main" id="{15EFCA3F-5900-4A4C-B9FE-E61FDE8AB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3149595"/>
            <a:ext cx="147274" cy="118084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B70AFE19-9691-421C-899B-0E684F143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3149595"/>
            <a:ext cx="147274" cy="118084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D1716AE0-E9E1-447E-B44E-AB7DC7258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3149595"/>
            <a:ext cx="147274" cy="118084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4B4B9F71-DB50-48F6-9BA3-7BA61F808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3149595"/>
            <a:ext cx="147274" cy="118084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2C1976A2-9B1E-458B-A26E-8FE32803B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3149595"/>
            <a:ext cx="147274" cy="118084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52392F32-1F22-44EE-A9EB-F3A30489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3330647"/>
            <a:ext cx="147274" cy="118084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07886E8C-2CD4-4E5C-9AED-9BBDD7E62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3330647"/>
            <a:ext cx="147274" cy="118084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0579F33C-842B-4E72-8D60-DE53B53B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3330647"/>
            <a:ext cx="147274" cy="118084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7BD60C4B-A9B7-42AB-B796-B9202190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3330647"/>
            <a:ext cx="147274" cy="118084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6BE30010-51F9-4EC5-A68E-4272E429A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3330647"/>
            <a:ext cx="147274" cy="118084"/>
          </a:xfrm>
          <a:prstGeom prst="rect">
            <a:avLst/>
          </a:prstGeom>
        </p:spPr>
      </p:pic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19E80563-BCF7-4CB3-805B-C631DC2E4FE9}"/>
              </a:ext>
            </a:extLst>
          </p:cNvPr>
          <p:cNvCxnSpPr>
            <a:cxnSpLocks/>
          </p:cNvCxnSpPr>
          <p:nvPr/>
        </p:nvCxnSpPr>
        <p:spPr>
          <a:xfrm flipH="1">
            <a:off x="0" y="3727676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Google Shape;107;p16">
            <a:extLst>
              <a:ext uri="{FF2B5EF4-FFF2-40B4-BE49-F238E27FC236}">
                <a16:creationId xmlns:a16="http://schemas.microsoft.com/office/drawing/2014/main" id="{F3975002-7734-4896-B55E-EFF6A03FCC6C}"/>
              </a:ext>
            </a:extLst>
          </p:cNvPr>
          <p:cNvSpPr txBox="1">
            <a:spLocks/>
          </p:cNvSpPr>
          <p:nvPr/>
        </p:nvSpPr>
        <p:spPr>
          <a:xfrm>
            <a:off x="50960" y="3541493"/>
            <a:ext cx="8928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Traffico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IN ROAMING -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Ricorrente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8" name="Google Shape;107;p16">
            <a:extLst>
              <a:ext uri="{FF2B5EF4-FFF2-40B4-BE49-F238E27FC236}">
                <a16:creationId xmlns:a16="http://schemas.microsoft.com/office/drawing/2014/main" id="{579965F4-5583-421E-8A45-5F0D3B4599E4}"/>
              </a:ext>
            </a:extLst>
          </p:cNvPr>
          <p:cNvSpPr txBox="1">
            <a:spLocks/>
          </p:cNvSpPr>
          <p:nvPr/>
        </p:nvSpPr>
        <p:spPr>
          <a:xfrm>
            <a:off x="67195" y="375489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Top Nation</a:t>
            </a:r>
          </a:p>
        </p:txBody>
      </p:sp>
      <p:sp>
        <p:nvSpPr>
          <p:cNvPr id="179" name="Google Shape;107;p16">
            <a:extLst>
              <a:ext uri="{FF2B5EF4-FFF2-40B4-BE49-F238E27FC236}">
                <a16:creationId xmlns:a16="http://schemas.microsoft.com/office/drawing/2014/main" id="{D3A2C262-2AD8-46F9-A495-5CBD06BCAC9B}"/>
              </a:ext>
            </a:extLst>
          </p:cNvPr>
          <p:cNvSpPr txBox="1">
            <a:spLocks/>
          </p:cNvSpPr>
          <p:nvPr/>
        </p:nvSpPr>
        <p:spPr>
          <a:xfrm>
            <a:off x="1423662" y="375489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500 Min - 50 SMS - 5GB</a:t>
            </a:r>
          </a:p>
        </p:txBody>
      </p:sp>
      <p:sp>
        <p:nvSpPr>
          <p:cNvPr id="180" name="Google Shape;107;p16">
            <a:extLst>
              <a:ext uri="{FF2B5EF4-FFF2-40B4-BE49-F238E27FC236}">
                <a16:creationId xmlns:a16="http://schemas.microsoft.com/office/drawing/2014/main" id="{33CF569A-DB6E-422A-926A-C0CC03A2EF8F}"/>
              </a:ext>
            </a:extLst>
          </p:cNvPr>
          <p:cNvSpPr txBox="1">
            <a:spLocks/>
          </p:cNvSpPr>
          <p:nvPr/>
        </p:nvSpPr>
        <p:spPr>
          <a:xfrm>
            <a:off x="3141042" y="3754899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25€/m – in bundle 15€/m</a:t>
            </a:r>
          </a:p>
        </p:txBody>
      </p:sp>
      <p:sp>
        <p:nvSpPr>
          <p:cNvPr id="181" name="Google Shape;107;p16">
            <a:extLst>
              <a:ext uri="{FF2B5EF4-FFF2-40B4-BE49-F238E27FC236}">
                <a16:creationId xmlns:a16="http://schemas.microsoft.com/office/drawing/2014/main" id="{3C3370B2-6879-4CE3-A4C2-9E5023139F95}"/>
              </a:ext>
            </a:extLst>
          </p:cNvPr>
          <p:cNvSpPr txBox="1">
            <a:spLocks/>
          </p:cNvSpPr>
          <p:nvPr/>
        </p:nvSpPr>
        <p:spPr>
          <a:xfrm>
            <a:off x="67195" y="393595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World</a:t>
            </a:r>
          </a:p>
        </p:txBody>
      </p:sp>
      <p:sp>
        <p:nvSpPr>
          <p:cNvPr id="183" name="Google Shape;107;p16">
            <a:extLst>
              <a:ext uri="{FF2B5EF4-FFF2-40B4-BE49-F238E27FC236}">
                <a16:creationId xmlns:a16="http://schemas.microsoft.com/office/drawing/2014/main" id="{7741A3AB-1EF4-4FC3-9431-66F08757EFF8}"/>
              </a:ext>
            </a:extLst>
          </p:cNvPr>
          <p:cNvSpPr txBox="1">
            <a:spLocks/>
          </p:cNvSpPr>
          <p:nvPr/>
        </p:nvSpPr>
        <p:spPr>
          <a:xfrm>
            <a:off x="3141042" y="3935952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50€/m – in bundle 25€/m</a:t>
            </a:r>
          </a:p>
        </p:txBody>
      </p:sp>
      <p:sp>
        <p:nvSpPr>
          <p:cNvPr id="184" name="Google Shape;107;p16">
            <a:extLst>
              <a:ext uri="{FF2B5EF4-FFF2-40B4-BE49-F238E27FC236}">
                <a16:creationId xmlns:a16="http://schemas.microsoft.com/office/drawing/2014/main" id="{CD1D6394-3325-4020-BC05-95724B2096E8}"/>
              </a:ext>
            </a:extLst>
          </p:cNvPr>
          <p:cNvSpPr txBox="1">
            <a:spLocks/>
          </p:cNvSpPr>
          <p:nvPr/>
        </p:nvSpPr>
        <p:spPr>
          <a:xfrm>
            <a:off x="67195" y="411700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USA e Canada</a:t>
            </a:r>
          </a:p>
        </p:txBody>
      </p:sp>
      <p:sp>
        <p:nvSpPr>
          <p:cNvPr id="186" name="Google Shape;107;p16">
            <a:extLst>
              <a:ext uri="{FF2B5EF4-FFF2-40B4-BE49-F238E27FC236}">
                <a16:creationId xmlns:a16="http://schemas.microsoft.com/office/drawing/2014/main" id="{CDB475F6-A97F-45E4-A8C0-2FE9F6C2747A}"/>
              </a:ext>
            </a:extLst>
          </p:cNvPr>
          <p:cNvSpPr txBox="1">
            <a:spLocks/>
          </p:cNvSpPr>
          <p:nvPr/>
        </p:nvSpPr>
        <p:spPr>
          <a:xfrm>
            <a:off x="3141042" y="4117004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15€/m – in bundle 7.5€/m</a:t>
            </a:r>
          </a:p>
        </p:txBody>
      </p:sp>
      <p:pic>
        <p:nvPicPr>
          <p:cNvPr id="188" name="Picture 187">
            <a:extLst>
              <a:ext uri="{FF2B5EF4-FFF2-40B4-BE49-F238E27FC236}">
                <a16:creationId xmlns:a16="http://schemas.microsoft.com/office/drawing/2014/main" id="{24DBB875-D126-4733-B250-EE978D528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3774441"/>
            <a:ext cx="147274" cy="118084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1D659D45-32FC-496F-8622-492847A6F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3774441"/>
            <a:ext cx="147274" cy="11808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BFFCC71E-561C-49BB-8904-1FA0AA0E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3774441"/>
            <a:ext cx="147274" cy="118084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796F5A5F-07E8-45F6-B395-92CC6181E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3774441"/>
            <a:ext cx="147274" cy="118084"/>
          </a:xfrm>
          <a:prstGeom prst="rect">
            <a:avLst/>
          </a:prstGeom>
        </p:spPr>
      </p:pic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D8DAE2B0-1803-4BEC-B931-CF3A368B2E62}"/>
              </a:ext>
            </a:extLst>
          </p:cNvPr>
          <p:cNvCxnSpPr>
            <a:cxnSpLocks/>
          </p:cNvCxnSpPr>
          <p:nvPr/>
        </p:nvCxnSpPr>
        <p:spPr>
          <a:xfrm flipH="1">
            <a:off x="0" y="3914352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4C5A950-3618-4297-B2D0-A4D505CC8410}"/>
              </a:ext>
            </a:extLst>
          </p:cNvPr>
          <p:cNvCxnSpPr>
            <a:cxnSpLocks/>
          </p:cNvCxnSpPr>
          <p:nvPr/>
        </p:nvCxnSpPr>
        <p:spPr>
          <a:xfrm flipH="1">
            <a:off x="0" y="4095404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952DD0D-078E-450B-8DAB-1BE56F94CD63}"/>
              </a:ext>
            </a:extLst>
          </p:cNvPr>
          <p:cNvCxnSpPr>
            <a:cxnSpLocks/>
          </p:cNvCxnSpPr>
          <p:nvPr/>
        </p:nvCxnSpPr>
        <p:spPr>
          <a:xfrm flipH="1">
            <a:off x="0" y="4276457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6" name="Picture 195">
            <a:extLst>
              <a:ext uri="{FF2B5EF4-FFF2-40B4-BE49-F238E27FC236}">
                <a16:creationId xmlns:a16="http://schemas.microsoft.com/office/drawing/2014/main" id="{D793FB7B-6508-49DA-A0D7-6B5FE804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3935952"/>
            <a:ext cx="147274" cy="118084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41EAE892-0340-4069-B740-F34A6111B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3935952"/>
            <a:ext cx="147274" cy="118084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86D79DA6-B5FC-4565-916C-3B85DA03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3935952"/>
            <a:ext cx="147274" cy="118084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FE69E1C4-E60F-4FF6-B997-457C06F41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3935952"/>
            <a:ext cx="147274" cy="118084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FF41A3A9-BAF9-4D5E-9DF2-3C0697B9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03" y="4117004"/>
            <a:ext cx="147274" cy="118084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C9741E58-FC29-4021-AD16-1DAD65A9D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615" y="4117004"/>
            <a:ext cx="147274" cy="11808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CF6CFA49-C1CE-4C8C-B39D-0C05F7933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727" y="4117004"/>
            <a:ext cx="147274" cy="118084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BFC5ED44-52F2-4B87-9783-AC01F97BE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9" y="4117004"/>
            <a:ext cx="147274" cy="118084"/>
          </a:xfrm>
          <a:prstGeom prst="rect">
            <a:avLst/>
          </a:prstGeom>
        </p:spPr>
      </p:pic>
      <p:sp>
        <p:nvSpPr>
          <p:cNvPr id="206" name="Google Shape;107;p16">
            <a:extLst>
              <a:ext uri="{FF2B5EF4-FFF2-40B4-BE49-F238E27FC236}">
                <a16:creationId xmlns:a16="http://schemas.microsoft.com/office/drawing/2014/main" id="{1BA86143-1FC9-4E09-BB23-0BE3CBE08B01}"/>
              </a:ext>
            </a:extLst>
          </p:cNvPr>
          <p:cNvSpPr txBox="1">
            <a:spLocks/>
          </p:cNvSpPr>
          <p:nvPr/>
        </p:nvSpPr>
        <p:spPr>
          <a:xfrm>
            <a:off x="67195" y="430371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Giga Top Nation</a:t>
            </a:r>
          </a:p>
        </p:txBody>
      </p:sp>
      <p:sp>
        <p:nvSpPr>
          <p:cNvPr id="207" name="Google Shape;107;p16">
            <a:extLst>
              <a:ext uri="{FF2B5EF4-FFF2-40B4-BE49-F238E27FC236}">
                <a16:creationId xmlns:a16="http://schemas.microsoft.com/office/drawing/2014/main" id="{192B2BD5-4F68-47A2-B215-C4BE89184717}"/>
              </a:ext>
            </a:extLst>
          </p:cNvPr>
          <p:cNvSpPr txBox="1">
            <a:spLocks/>
          </p:cNvSpPr>
          <p:nvPr/>
        </p:nvSpPr>
        <p:spPr>
          <a:xfrm>
            <a:off x="1423662" y="430371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5GB</a:t>
            </a:r>
          </a:p>
        </p:txBody>
      </p:sp>
      <p:sp>
        <p:nvSpPr>
          <p:cNvPr id="208" name="Google Shape;107;p16">
            <a:extLst>
              <a:ext uri="{FF2B5EF4-FFF2-40B4-BE49-F238E27FC236}">
                <a16:creationId xmlns:a16="http://schemas.microsoft.com/office/drawing/2014/main" id="{936E5DF6-364A-4936-A763-EF62062CBDDA}"/>
              </a:ext>
            </a:extLst>
          </p:cNvPr>
          <p:cNvSpPr txBox="1">
            <a:spLocks/>
          </p:cNvSpPr>
          <p:nvPr/>
        </p:nvSpPr>
        <p:spPr>
          <a:xfrm>
            <a:off x="3141042" y="4303719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15€/m – in bundle 7,5€/m</a:t>
            </a:r>
          </a:p>
        </p:txBody>
      </p:sp>
      <p:sp>
        <p:nvSpPr>
          <p:cNvPr id="209" name="Google Shape;107;p16">
            <a:extLst>
              <a:ext uri="{FF2B5EF4-FFF2-40B4-BE49-F238E27FC236}">
                <a16:creationId xmlns:a16="http://schemas.microsoft.com/office/drawing/2014/main" id="{2C6D6B82-25D3-4F5E-B17F-C753F5089F80}"/>
              </a:ext>
            </a:extLst>
          </p:cNvPr>
          <p:cNvSpPr txBox="1">
            <a:spLocks/>
          </p:cNvSpPr>
          <p:nvPr/>
        </p:nvSpPr>
        <p:spPr>
          <a:xfrm>
            <a:off x="67195" y="448477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Giga World</a:t>
            </a:r>
          </a:p>
        </p:txBody>
      </p:sp>
      <p:sp>
        <p:nvSpPr>
          <p:cNvPr id="210" name="Google Shape;107;p16">
            <a:extLst>
              <a:ext uri="{FF2B5EF4-FFF2-40B4-BE49-F238E27FC236}">
                <a16:creationId xmlns:a16="http://schemas.microsoft.com/office/drawing/2014/main" id="{8079E5BF-2AA0-404B-81C0-77F906400771}"/>
              </a:ext>
            </a:extLst>
          </p:cNvPr>
          <p:cNvSpPr txBox="1">
            <a:spLocks/>
          </p:cNvSpPr>
          <p:nvPr/>
        </p:nvSpPr>
        <p:spPr>
          <a:xfrm>
            <a:off x="1423662" y="448477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2GB</a:t>
            </a:r>
          </a:p>
        </p:txBody>
      </p:sp>
      <p:sp>
        <p:nvSpPr>
          <p:cNvPr id="211" name="Google Shape;107;p16">
            <a:extLst>
              <a:ext uri="{FF2B5EF4-FFF2-40B4-BE49-F238E27FC236}">
                <a16:creationId xmlns:a16="http://schemas.microsoft.com/office/drawing/2014/main" id="{7AFE6CB5-D875-4D64-AB27-380DD5F71871}"/>
              </a:ext>
            </a:extLst>
          </p:cNvPr>
          <p:cNvSpPr txBox="1">
            <a:spLocks/>
          </p:cNvSpPr>
          <p:nvPr/>
        </p:nvSpPr>
        <p:spPr>
          <a:xfrm>
            <a:off x="3141042" y="4484772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30€/m – in bundle 15€/m</a:t>
            </a:r>
          </a:p>
        </p:txBody>
      </p:sp>
      <p:sp>
        <p:nvSpPr>
          <p:cNvPr id="212" name="Google Shape;107;p16">
            <a:extLst>
              <a:ext uri="{FF2B5EF4-FFF2-40B4-BE49-F238E27FC236}">
                <a16:creationId xmlns:a16="http://schemas.microsoft.com/office/drawing/2014/main" id="{8B01F1AA-DDCB-4A4F-9C79-FCFADCBF0409}"/>
              </a:ext>
            </a:extLst>
          </p:cNvPr>
          <p:cNvSpPr txBox="1">
            <a:spLocks/>
          </p:cNvSpPr>
          <p:nvPr/>
        </p:nvSpPr>
        <p:spPr>
          <a:xfrm>
            <a:off x="67195" y="466582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Giga USA e Canada</a:t>
            </a:r>
          </a:p>
        </p:txBody>
      </p:sp>
      <p:sp>
        <p:nvSpPr>
          <p:cNvPr id="213" name="Google Shape;107;p16">
            <a:extLst>
              <a:ext uri="{FF2B5EF4-FFF2-40B4-BE49-F238E27FC236}">
                <a16:creationId xmlns:a16="http://schemas.microsoft.com/office/drawing/2014/main" id="{1F61303F-B734-484C-9080-4F12FF7DBAB5}"/>
              </a:ext>
            </a:extLst>
          </p:cNvPr>
          <p:cNvSpPr txBox="1">
            <a:spLocks/>
          </p:cNvSpPr>
          <p:nvPr/>
        </p:nvSpPr>
        <p:spPr>
          <a:xfrm>
            <a:off x="1423662" y="466582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5GB</a:t>
            </a:r>
          </a:p>
        </p:txBody>
      </p:sp>
      <p:sp>
        <p:nvSpPr>
          <p:cNvPr id="214" name="Google Shape;107;p16">
            <a:extLst>
              <a:ext uri="{FF2B5EF4-FFF2-40B4-BE49-F238E27FC236}">
                <a16:creationId xmlns:a16="http://schemas.microsoft.com/office/drawing/2014/main" id="{433E2F22-A5AF-43C8-8DFE-6B02E62F8031}"/>
              </a:ext>
            </a:extLst>
          </p:cNvPr>
          <p:cNvSpPr txBox="1">
            <a:spLocks/>
          </p:cNvSpPr>
          <p:nvPr/>
        </p:nvSpPr>
        <p:spPr>
          <a:xfrm>
            <a:off x="3141042" y="4665824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15€/m – in bundle 7,5€/m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8E7912C-93B0-4170-8A4E-E98E10AFE41D}"/>
              </a:ext>
            </a:extLst>
          </p:cNvPr>
          <p:cNvCxnSpPr>
            <a:cxnSpLocks/>
          </p:cNvCxnSpPr>
          <p:nvPr/>
        </p:nvCxnSpPr>
        <p:spPr>
          <a:xfrm flipH="1">
            <a:off x="0" y="4463172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0BB62302-207C-400E-894D-4C8BEEC42B2F}"/>
              </a:ext>
            </a:extLst>
          </p:cNvPr>
          <p:cNvCxnSpPr>
            <a:cxnSpLocks/>
          </p:cNvCxnSpPr>
          <p:nvPr/>
        </p:nvCxnSpPr>
        <p:spPr>
          <a:xfrm flipH="1">
            <a:off x="0" y="4644224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B0DA5E35-D625-4F22-9A76-84516DDA55E7}"/>
              </a:ext>
            </a:extLst>
          </p:cNvPr>
          <p:cNvCxnSpPr>
            <a:cxnSpLocks/>
          </p:cNvCxnSpPr>
          <p:nvPr/>
        </p:nvCxnSpPr>
        <p:spPr>
          <a:xfrm flipH="1">
            <a:off x="0" y="4860997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Google Shape;107;p16">
            <a:extLst>
              <a:ext uri="{FF2B5EF4-FFF2-40B4-BE49-F238E27FC236}">
                <a16:creationId xmlns:a16="http://schemas.microsoft.com/office/drawing/2014/main" id="{A3B18A0D-2412-479E-AF3E-1126BFA2F9A6}"/>
              </a:ext>
            </a:extLst>
          </p:cNvPr>
          <p:cNvSpPr txBox="1">
            <a:spLocks/>
          </p:cNvSpPr>
          <p:nvPr/>
        </p:nvSpPr>
        <p:spPr>
          <a:xfrm>
            <a:off x="1423662" y="393595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500 Min - 50 SMS - 2GB</a:t>
            </a:r>
          </a:p>
        </p:txBody>
      </p:sp>
      <p:sp>
        <p:nvSpPr>
          <p:cNvPr id="234" name="Google Shape;107;p16">
            <a:extLst>
              <a:ext uri="{FF2B5EF4-FFF2-40B4-BE49-F238E27FC236}">
                <a16:creationId xmlns:a16="http://schemas.microsoft.com/office/drawing/2014/main" id="{0D92B73D-E0D0-4E98-8258-97084F8361C4}"/>
              </a:ext>
            </a:extLst>
          </p:cNvPr>
          <p:cNvSpPr txBox="1">
            <a:spLocks/>
          </p:cNvSpPr>
          <p:nvPr/>
        </p:nvSpPr>
        <p:spPr>
          <a:xfrm>
            <a:off x="1423662" y="411700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Min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illimitati</a:t>
            </a:r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 - 100 SMS - 5GB</a:t>
            </a:r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0CFCD128-C89D-4AFD-ABDD-3534F188B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951" y="1996211"/>
            <a:ext cx="147274" cy="118084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FA1A42A0-FDD6-40CA-A891-4D5DFE0C9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63" y="1996211"/>
            <a:ext cx="147274" cy="118084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CF4F0094-BAB5-4D1E-8461-B01D1F413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175" y="1996211"/>
            <a:ext cx="147274" cy="118084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5A043796-9F49-4EF3-8AD5-4ABBAC929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287" y="1996211"/>
            <a:ext cx="147274" cy="118084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D133B505-F82D-4226-B2B1-E04F7306C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99" y="1996211"/>
            <a:ext cx="147274" cy="118084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1008FCE5-2B0B-47FD-8299-C9AA8794E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63" y="4303719"/>
            <a:ext cx="147274" cy="118084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5FA1D7CE-D6BF-41DF-ACC4-29B1AA6E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175" y="4303719"/>
            <a:ext cx="147274" cy="118084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47460F3D-ED80-4E61-A904-D60021C17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287" y="4303719"/>
            <a:ext cx="147274" cy="118084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C6055C22-3D7E-4B17-A58D-CA048F1C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99" y="4303719"/>
            <a:ext cx="147274" cy="118084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7B58C353-F38D-430C-967F-F087456A9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63" y="4484772"/>
            <a:ext cx="147274" cy="118084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CB6E1640-F525-4398-94C2-659A68C91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175" y="4484772"/>
            <a:ext cx="147274" cy="118084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F4E28C3D-2221-46CA-B1F2-D1B684986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287" y="4484772"/>
            <a:ext cx="147274" cy="118084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B6A47425-D023-4950-B044-F4A7B2322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99" y="4484772"/>
            <a:ext cx="147274" cy="118084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A9F8E095-D001-4480-8F05-EA0EA0E1A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63" y="4665824"/>
            <a:ext cx="147274" cy="118084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FC56429A-41FE-4536-BFDD-1BEF7861C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175" y="4665824"/>
            <a:ext cx="147274" cy="118084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D9F75DF2-F83E-4957-AAC8-38ADC286D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287" y="4665824"/>
            <a:ext cx="147274" cy="118084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1DAB317A-5703-48FC-A0C8-8AE3FE68F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99" y="4665824"/>
            <a:ext cx="147274" cy="118084"/>
          </a:xfrm>
          <a:prstGeom prst="rect">
            <a:avLst/>
          </a:prstGeom>
        </p:spPr>
      </p:pic>
      <p:sp>
        <p:nvSpPr>
          <p:cNvPr id="300" name="Google Shape;107;p16">
            <a:extLst>
              <a:ext uri="{FF2B5EF4-FFF2-40B4-BE49-F238E27FC236}">
                <a16:creationId xmlns:a16="http://schemas.microsoft.com/office/drawing/2014/main" id="{7197B681-8534-41D0-B1E8-DF108930D294}"/>
              </a:ext>
            </a:extLst>
          </p:cNvPr>
          <p:cNvSpPr txBox="1">
            <a:spLocks/>
          </p:cNvSpPr>
          <p:nvPr/>
        </p:nvSpPr>
        <p:spPr>
          <a:xfrm>
            <a:off x="67195" y="670708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Voce</a:t>
            </a:r>
          </a:p>
        </p:txBody>
      </p:sp>
      <p:sp>
        <p:nvSpPr>
          <p:cNvPr id="301" name="Google Shape;107;p16">
            <a:extLst>
              <a:ext uri="{FF2B5EF4-FFF2-40B4-BE49-F238E27FC236}">
                <a16:creationId xmlns:a16="http://schemas.microsoft.com/office/drawing/2014/main" id="{DBEFDD01-7174-44F6-962A-34255ADCA69A}"/>
              </a:ext>
            </a:extLst>
          </p:cNvPr>
          <p:cNvSpPr txBox="1">
            <a:spLocks/>
          </p:cNvSpPr>
          <p:nvPr/>
        </p:nvSpPr>
        <p:spPr>
          <a:xfrm>
            <a:off x="1423662" y="670708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500 Min</a:t>
            </a:r>
          </a:p>
        </p:txBody>
      </p:sp>
      <p:sp>
        <p:nvSpPr>
          <p:cNvPr id="302" name="Google Shape;107;p16">
            <a:extLst>
              <a:ext uri="{FF2B5EF4-FFF2-40B4-BE49-F238E27FC236}">
                <a16:creationId xmlns:a16="http://schemas.microsoft.com/office/drawing/2014/main" id="{212FCB79-2917-4318-BF04-CF06880068B9}"/>
              </a:ext>
            </a:extLst>
          </p:cNvPr>
          <p:cNvSpPr txBox="1">
            <a:spLocks/>
          </p:cNvSpPr>
          <p:nvPr/>
        </p:nvSpPr>
        <p:spPr>
          <a:xfrm>
            <a:off x="3141042" y="670708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4€/m</a:t>
            </a:r>
          </a:p>
        </p:txBody>
      </p:sp>
      <p:sp>
        <p:nvSpPr>
          <p:cNvPr id="303" name="Google Shape;107;p16">
            <a:extLst>
              <a:ext uri="{FF2B5EF4-FFF2-40B4-BE49-F238E27FC236}">
                <a16:creationId xmlns:a16="http://schemas.microsoft.com/office/drawing/2014/main" id="{83CC82CC-1D62-4491-924F-B168D8A1E6FF}"/>
              </a:ext>
            </a:extLst>
          </p:cNvPr>
          <p:cNvSpPr txBox="1">
            <a:spLocks/>
          </p:cNvSpPr>
          <p:nvPr/>
        </p:nvSpPr>
        <p:spPr>
          <a:xfrm>
            <a:off x="67195" y="851761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SMS</a:t>
            </a:r>
          </a:p>
        </p:txBody>
      </p:sp>
      <p:sp>
        <p:nvSpPr>
          <p:cNvPr id="304" name="Google Shape;107;p16">
            <a:extLst>
              <a:ext uri="{FF2B5EF4-FFF2-40B4-BE49-F238E27FC236}">
                <a16:creationId xmlns:a16="http://schemas.microsoft.com/office/drawing/2014/main" id="{2847E7B0-EF20-4E61-BD6E-D70E9D2C10B9}"/>
              </a:ext>
            </a:extLst>
          </p:cNvPr>
          <p:cNvSpPr txBox="1">
            <a:spLocks/>
          </p:cNvSpPr>
          <p:nvPr/>
        </p:nvSpPr>
        <p:spPr>
          <a:xfrm>
            <a:off x="1423662" y="851761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100 SMS</a:t>
            </a:r>
          </a:p>
        </p:txBody>
      </p:sp>
      <p:sp>
        <p:nvSpPr>
          <p:cNvPr id="305" name="Google Shape;107;p16">
            <a:extLst>
              <a:ext uri="{FF2B5EF4-FFF2-40B4-BE49-F238E27FC236}">
                <a16:creationId xmlns:a16="http://schemas.microsoft.com/office/drawing/2014/main" id="{80726AEB-4506-4D5D-BD53-8079AE45EF98}"/>
              </a:ext>
            </a:extLst>
          </p:cNvPr>
          <p:cNvSpPr txBox="1">
            <a:spLocks/>
          </p:cNvSpPr>
          <p:nvPr/>
        </p:nvSpPr>
        <p:spPr>
          <a:xfrm>
            <a:off x="3141042" y="851761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3€/m</a:t>
            </a:r>
          </a:p>
        </p:txBody>
      </p:sp>
      <p:sp>
        <p:nvSpPr>
          <p:cNvPr id="306" name="Google Shape;107;p16">
            <a:extLst>
              <a:ext uri="{FF2B5EF4-FFF2-40B4-BE49-F238E27FC236}">
                <a16:creationId xmlns:a16="http://schemas.microsoft.com/office/drawing/2014/main" id="{85C8EC05-E9D3-4010-B844-5C5DFEEC9C24}"/>
              </a:ext>
            </a:extLst>
          </p:cNvPr>
          <p:cNvSpPr txBox="1">
            <a:spLocks/>
          </p:cNvSpPr>
          <p:nvPr/>
        </p:nvSpPr>
        <p:spPr>
          <a:xfrm>
            <a:off x="67195" y="1032813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2GB</a:t>
            </a:r>
          </a:p>
        </p:txBody>
      </p:sp>
      <p:sp>
        <p:nvSpPr>
          <p:cNvPr id="307" name="Google Shape;107;p16">
            <a:extLst>
              <a:ext uri="{FF2B5EF4-FFF2-40B4-BE49-F238E27FC236}">
                <a16:creationId xmlns:a16="http://schemas.microsoft.com/office/drawing/2014/main" id="{1079EAA5-4DC5-41EC-BA19-0D8F7A129135}"/>
              </a:ext>
            </a:extLst>
          </p:cNvPr>
          <p:cNvSpPr txBox="1">
            <a:spLocks/>
          </p:cNvSpPr>
          <p:nvPr/>
        </p:nvSpPr>
        <p:spPr>
          <a:xfrm>
            <a:off x="1423662" y="1032813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2GB</a:t>
            </a:r>
          </a:p>
        </p:txBody>
      </p:sp>
      <p:sp>
        <p:nvSpPr>
          <p:cNvPr id="308" name="Google Shape;107;p16">
            <a:extLst>
              <a:ext uri="{FF2B5EF4-FFF2-40B4-BE49-F238E27FC236}">
                <a16:creationId xmlns:a16="http://schemas.microsoft.com/office/drawing/2014/main" id="{3BCEC3DB-ABFD-4AE0-8A1E-AC48887BA787}"/>
              </a:ext>
            </a:extLst>
          </p:cNvPr>
          <p:cNvSpPr txBox="1">
            <a:spLocks/>
          </p:cNvSpPr>
          <p:nvPr/>
        </p:nvSpPr>
        <p:spPr>
          <a:xfrm>
            <a:off x="3141042" y="1032813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3€/m</a:t>
            </a:r>
          </a:p>
        </p:txBody>
      </p:sp>
      <p:pic>
        <p:nvPicPr>
          <p:cNvPr id="309" name="Picture 308">
            <a:extLst>
              <a:ext uri="{FF2B5EF4-FFF2-40B4-BE49-F238E27FC236}">
                <a16:creationId xmlns:a16="http://schemas.microsoft.com/office/drawing/2014/main" id="{6ABACBBB-51A9-4278-86CB-424D1B8F5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690250"/>
            <a:ext cx="147274" cy="118084"/>
          </a:xfrm>
          <a:prstGeom prst="rect">
            <a:avLst/>
          </a:prstGeom>
        </p:spPr>
      </p:pic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16AC08C1-C416-48DD-9DC2-2F6B54098E87}"/>
              </a:ext>
            </a:extLst>
          </p:cNvPr>
          <p:cNvCxnSpPr>
            <a:cxnSpLocks/>
          </p:cNvCxnSpPr>
          <p:nvPr/>
        </p:nvCxnSpPr>
        <p:spPr>
          <a:xfrm flipH="1">
            <a:off x="0" y="649109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59416319-476C-4ABD-96C1-82A236E71057}"/>
              </a:ext>
            </a:extLst>
          </p:cNvPr>
          <p:cNvCxnSpPr>
            <a:cxnSpLocks/>
          </p:cNvCxnSpPr>
          <p:nvPr/>
        </p:nvCxnSpPr>
        <p:spPr>
          <a:xfrm flipH="1">
            <a:off x="0" y="830161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F198FFE-4066-4C00-AFBD-214EB079E18B}"/>
              </a:ext>
            </a:extLst>
          </p:cNvPr>
          <p:cNvCxnSpPr>
            <a:cxnSpLocks/>
          </p:cNvCxnSpPr>
          <p:nvPr/>
        </p:nvCxnSpPr>
        <p:spPr>
          <a:xfrm flipH="1">
            <a:off x="0" y="1011213"/>
            <a:ext cx="90137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8" name="Picture 317">
            <a:extLst>
              <a:ext uri="{FF2B5EF4-FFF2-40B4-BE49-F238E27FC236}">
                <a16:creationId xmlns:a16="http://schemas.microsoft.com/office/drawing/2014/main" id="{8BBA4976-7092-47A5-9FAB-89D33905E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851761"/>
            <a:ext cx="147274" cy="118084"/>
          </a:xfrm>
          <a:prstGeom prst="rect">
            <a:avLst/>
          </a:prstGeom>
        </p:spPr>
      </p:pic>
      <p:pic>
        <p:nvPicPr>
          <p:cNvPr id="323" name="Picture 322">
            <a:extLst>
              <a:ext uri="{FF2B5EF4-FFF2-40B4-BE49-F238E27FC236}">
                <a16:creationId xmlns:a16="http://schemas.microsoft.com/office/drawing/2014/main" id="{C849B11D-C99A-4B59-948B-4FB39865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1032813"/>
            <a:ext cx="147274" cy="118084"/>
          </a:xfrm>
          <a:prstGeom prst="rect">
            <a:avLst/>
          </a:prstGeom>
        </p:spPr>
      </p:pic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281F4C17-1BEF-43AA-9126-C4191E838D49}"/>
              </a:ext>
            </a:extLst>
          </p:cNvPr>
          <p:cNvCxnSpPr>
            <a:cxnSpLocks/>
          </p:cNvCxnSpPr>
          <p:nvPr/>
        </p:nvCxnSpPr>
        <p:spPr>
          <a:xfrm flipH="1">
            <a:off x="0" y="413368"/>
            <a:ext cx="9013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Google Shape;107;p16">
            <a:extLst>
              <a:ext uri="{FF2B5EF4-FFF2-40B4-BE49-F238E27FC236}">
                <a16:creationId xmlns:a16="http://schemas.microsoft.com/office/drawing/2014/main" id="{D5C7109C-D20B-4EF3-A402-D7FF0C3C993B}"/>
              </a:ext>
            </a:extLst>
          </p:cNvPr>
          <p:cNvSpPr txBox="1">
            <a:spLocks/>
          </p:cNvSpPr>
          <p:nvPr/>
        </p:nvSpPr>
        <p:spPr>
          <a:xfrm>
            <a:off x="50960" y="459739"/>
            <a:ext cx="8928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Traffico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NAZIONALE -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Ricorrente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30" name="Picture 329">
            <a:extLst>
              <a:ext uri="{FF2B5EF4-FFF2-40B4-BE49-F238E27FC236}">
                <a16:creationId xmlns:a16="http://schemas.microsoft.com/office/drawing/2014/main" id="{34DFC15F-456C-4FF0-8455-E8EBF0D7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951" y="1032813"/>
            <a:ext cx="147274" cy="118084"/>
          </a:xfrm>
          <a:prstGeom prst="rect">
            <a:avLst/>
          </a:prstGeom>
        </p:spPr>
      </p:pic>
      <p:sp>
        <p:nvSpPr>
          <p:cNvPr id="335" name="Google Shape;107;p16">
            <a:extLst>
              <a:ext uri="{FF2B5EF4-FFF2-40B4-BE49-F238E27FC236}">
                <a16:creationId xmlns:a16="http://schemas.microsoft.com/office/drawing/2014/main" id="{F8CA7B89-F38B-48E5-926A-078A80310E60}"/>
              </a:ext>
            </a:extLst>
          </p:cNvPr>
          <p:cNvSpPr txBox="1">
            <a:spLocks/>
          </p:cNvSpPr>
          <p:nvPr/>
        </p:nvSpPr>
        <p:spPr>
          <a:xfrm>
            <a:off x="67195" y="1218155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Extra 5GB</a:t>
            </a:r>
          </a:p>
        </p:txBody>
      </p:sp>
      <p:sp>
        <p:nvSpPr>
          <p:cNvPr id="336" name="Google Shape;107;p16">
            <a:extLst>
              <a:ext uri="{FF2B5EF4-FFF2-40B4-BE49-F238E27FC236}">
                <a16:creationId xmlns:a16="http://schemas.microsoft.com/office/drawing/2014/main" id="{31A0B481-ECA4-460F-9A7F-33A787A29FD6}"/>
              </a:ext>
            </a:extLst>
          </p:cNvPr>
          <p:cNvSpPr txBox="1">
            <a:spLocks/>
          </p:cNvSpPr>
          <p:nvPr/>
        </p:nvSpPr>
        <p:spPr>
          <a:xfrm>
            <a:off x="1423662" y="1218155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5GB</a:t>
            </a:r>
          </a:p>
        </p:txBody>
      </p:sp>
      <p:sp>
        <p:nvSpPr>
          <p:cNvPr id="337" name="Google Shape;107;p16">
            <a:extLst>
              <a:ext uri="{FF2B5EF4-FFF2-40B4-BE49-F238E27FC236}">
                <a16:creationId xmlns:a16="http://schemas.microsoft.com/office/drawing/2014/main" id="{63638705-E521-4F7F-A00F-0AD4D64D6F66}"/>
              </a:ext>
            </a:extLst>
          </p:cNvPr>
          <p:cNvSpPr txBox="1">
            <a:spLocks/>
          </p:cNvSpPr>
          <p:nvPr/>
        </p:nvSpPr>
        <p:spPr>
          <a:xfrm>
            <a:off x="3141042" y="1218155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5€/m</a:t>
            </a:r>
          </a:p>
        </p:txBody>
      </p:sp>
      <p:pic>
        <p:nvPicPr>
          <p:cNvPr id="340" name="Picture 339">
            <a:extLst>
              <a:ext uri="{FF2B5EF4-FFF2-40B4-BE49-F238E27FC236}">
                <a16:creationId xmlns:a16="http://schemas.microsoft.com/office/drawing/2014/main" id="{58665DB3-4AF2-4697-B582-32163DB2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91" y="1218155"/>
            <a:ext cx="147274" cy="118084"/>
          </a:xfrm>
          <a:prstGeom prst="rect">
            <a:avLst/>
          </a:prstGeom>
        </p:spPr>
      </p:pic>
      <p:pic>
        <p:nvPicPr>
          <p:cNvPr id="341" name="Picture 340">
            <a:extLst>
              <a:ext uri="{FF2B5EF4-FFF2-40B4-BE49-F238E27FC236}">
                <a16:creationId xmlns:a16="http://schemas.microsoft.com/office/drawing/2014/main" id="{20118E01-7169-4659-B263-48526DFE1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951" y="1218155"/>
            <a:ext cx="147274" cy="118084"/>
          </a:xfrm>
          <a:prstGeom prst="rect">
            <a:avLst/>
          </a:prstGeom>
        </p:spPr>
      </p:pic>
      <p:pic>
        <p:nvPicPr>
          <p:cNvPr id="346" name="Picture 345">
            <a:extLst>
              <a:ext uri="{FF2B5EF4-FFF2-40B4-BE49-F238E27FC236}">
                <a16:creationId xmlns:a16="http://schemas.microsoft.com/office/drawing/2014/main" id="{DD6E5BFF-D8D2-4449-A8D4-342F198C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951" y="851761"/>
            <a:ext cx="147274" cy="11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5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0D22030-A960-493C-BB96-80E9DD314EFF}"/>
              </a:ext>
            </a:extLst>
          </p:cNvPr>
          <p:cNvCxnSpPr>
            <a:cxnSpLocks/>
          </p:cNvCxnSpPr>
          <p:nvPr/>
        </p:nvCxnSpPr>
        <p:spPr>
          <a:xfrm flipH="1">
            <a:off x="-21432" y="2123390"/>
            <a:ext cx="910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FASTWEB C2 – INTERNAL USE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3505200" y="486530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  <p:sp>
        <p:nvSpPr>
          <p:cNvPr id="9" name="Google Shape;107;p16">
            <a:extLst>
              <a:ext uri="{FF2B5EF4-FFF2-40B4-BE49-F238E27FC236}">
                <a16:creationId xmlns:a16="http://schemas.microsoft.com/office/drawing/2014/main" id="{2D64117C-9069-40F8-B67E-2493ACA88D16}"/>
              </a:ext>
            </a:extLst>
          </p:cNvPr>
          <p:cNvSpPr txBox="1">
            <a:spLocks/>
          </p:cNvSpPr>
          <p:nvPr/>
        </p:nvSpPr>
        <p:spPr>
          <a:xfrm>
            <a:off x="1523678" y="602015"/>
            <a:ext cx="1689460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Traffico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Incluso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Google Shape;107;p16">
            <a:extLst>
              <a:ext uri="{FF2B5EF4-FFF2-40B4-BE49-F238E27FC236}">
                <a16:creationId xmlns:a16="http://schemas.microsoft.com/office/drawing/2014/main" id="{6DC834D7-025F-4293-9B2E-4098EB689D5C}"/>
              </a:ext>
            </a:extLst>
          </p:cNvPr>
          <p:cNvSpPr txBox="1">
            <a:spLocks/>
          </p:cNvSpPr>
          <p:nvPr/>
        </p:nvSpPr>
        <p:spPr>
          <a:xfrm>
            <a:off x="3421815" y="602015"/>
            <a:ext cx="1049022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Pricing</a:t>
            </a:r>
          </a:p>
        </p:txBody>
      </p:sp>
      <p:sp>
        <p:nvSpPr>
          <p:cNvPr id="11" name="Google Shape;107;p16">
            <a:extLst>
              <a:ext uri="{FF2B5EF4-FFF2-40B4-BE49-F238E27FC236}">
                <a16:creationId xmlns:a16="http://schemas.microsoft.com/office/drawing/2014/main" id="{66A526D5-AA13-47E8-A40B-248AF4F3367C}"/>
              </a:ext>
            </a:extLst>
          </p:cNvPr>
          <p:cNvSpPr txBox="1">
            <a:spLocks/>
          </p:cNvSpPr>
          <p:nvPr/>
        </p:nvSpPr>
        <p:spPr>
          <a:xfrm>
            <a:off x="4674600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Simply</a:t>
            </a:r>
          </a:p>
        </p:txBody>
      </p:sp>
      <p:sp>
        <p:nvSpPr>
          <p:cNvPr id="12" name="Google Shape;107;p16">
            <a:extLst>
              <a:ext uri="{FF2B5EF4-FFF2-40B4-BE49-F238E27FC236}">
                <a16:creationId xmlns:a16="http://schemas.microsoft.com/office/drawing/2014/main" id="{A0BC0533-B909-4C4C-8298-B9377050F931}"/>
              </a:ext>
            </a:extLst>
          </p:cNvPr>
          <p:cNvSpPr txBox="1">
            <a:spLocks/>
          </p:cNvSpPr>
          <p:nvPr/>
        </p:nvSpPr>
        <p:spPr>
          <a:xfrm>
            <a:off x="5118712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Start</a:t>
            </a:r>
          </a:p>
        </p:txBody>
      </p:sp>
      <p:sp>
        <p:nvSpPr>
          <p:cNvPr id="13" name="Google Shape;107;p16">
            <a:extLst>
              <a:ext uri="{FF2B5EF4-FFF2-40B4-BE49-F238E27FC236}">
                <a16:creationId xmlns:a16="http://schemas.microsoft.com/office/drawing/2014/main" id="{FB7A0BD1-EEBA-4BF4-AEB2-5CAF0B1DAD7F}"/>
              </a:ext>
            </a:extLst>
          </p:cNvPr>
          <p:cNvSpPr txBox="1">
            <a:spLocks/>
          </p:cNvSpPr>
          <p:nvPr/>
        </p:nvSpPr>
        <p:spPr>
          <a:xfrm>
            <a:off x="5562824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Basic</a:t>
            </a:r>
          </a:p>
        </p:txBody>
      </p:sp>
      <p:sp>
        <p:nvSpPr>
          <p:cNvPr id="14" name="Google Shape;107;p16">
            <a:extLst>
              <a:ext uri="{FF2B5EF4-FFF2-40B4-BE49-F238E27FC236}">
                <a16:creationId xmlns:a16="http://schemas.microsoft.com/office/drawing/2014/main" id="{9B4703E2-3A44-4D04-8B9D-79084DA5810F}"/>
              </a:ext>
            </a:extLst>
          </p:cNvPr>
          <p:cNvSpPr txBox="1">
            <a:spLocks/>
          </p:cNvSpPr>
          <p:nvPr/>
        </p:nvSpPr>
        <p:spPr>
          <a:xfrm>
            <a:off x="6006936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Plus</a:t>
            </a:r>
          </a:p>
        </p:txBody>
      </p:sp>
      <p:sp>
        <p:nvSpPr>
          <p:cNvPr id="15" name="Google Shape;107;p16">
            <a:extLst>
              <a:ext uri="{FF2B5EF4-FFF2-40B4-BE49-F238E27FC236}">
                <a16:creationId xmlns:a16="http://schemas.microsoft.com/office/drawing/2014/main" id="{237F311D-16D6-4430-875F-E683ABF77701}"/>
              </a:ext>
            </a:extLst>
          </p:cNvPr>
          <p:cNvSpPr txBox="1">
            <a:spLocks/>
          </p:cNvSpPr>
          <p:nvPr/>
        </p:nvSpPr>
        <p:spPr>
          <a:xfrm>
            <a:off x="6451049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Flat</a:t>
            </a:r>
          </a:p>
        </p:txBody>
      </p:sp>
      <p:sp>
        <p:nvSpPr>
          <p:cNvPr id="16" name="Google Shape;107;p16">
            <a:extLst>
              <a:ext uri="{FF2B5EF4-FFF2-40B4-BE49-F238E27FC236}">
                <a16:creationId xmlns:a16="http://schemas.microsoft.com/office/drawing/2014/main" id="{F9A1691D-2A69-4D3E-8650-10BF632A0DD3}"/>
              </a:ext>
            </a:extLst>
          </p:cNvPr>
          <p:cNvSpPr txBox="1">
            <a:spLocks/>
          </p:cNvSpPr>
          <p:nvPr/>
        </p:nvSpPr>
        <p:spPr>
          <a:xfrm>
            <a:off x="6895161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Simply</a:t>
            </a:r>
          </a:p>
        </p:txBody>
      </p:sp>
      <p:sp>
        <p:nvSpPr>
          <p:cNvPr id="17" name="Google Shape;107;p16">
            <a:extLst>
              <a:ext uri="{FF2B5EF4-FFF2-40B4-BE49-F238E27FC236}">
                <a16:creationId xmlns:a16="http://schemas.microsoft.com/office/drawing/2014/main" id="{95505B3C-692B-44E6-B29B-5DE37CC2FA81}"/>
              </a:ext>
            </a:extLst>
          </p:cNvPr>
          <p:cNvSpPr txBox="1">
            <a:spLocks/>
          </p:cNvSpPr>
          <p:nvPr/>
        </p:nvSpPr>
        <p:spPr>
          <a:xfrm>
            <a:off x="7339272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Start</a:t>
            </a:r>
          </a:p>
        </p:txBody>
      </p:sp>
      <p:sp>
        <p:nvSpPr>
          <p:cNvPr id="18" name="Google Shape;107;p16">
            <a:extLst>
              <a:ext uri="{FF2B5EF4-FFF2-40B4-BE49-F238E27FC236}">
                <a16:creationId xmlns:a16="http://schemas.microsoft.com/office/drawing/2014/main" id="{C41324B5-3E6E-4894-8142-C9022BCBB317}"/>
              </a:ext>
            </a:extLst>
          </p:cNvPr>
          <p:cNvSpPr txBox="1">
            <a:spLocks/>
          </p:cNvSpPr>
          <p:nvPr/>
        </p:nvSpPr>
        <p:spPr>
          <a:xfrm>
            <a:off x="7783384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Basic</a:t>
            </a:r>
          </a:p>
        </p:txBody>
      </p:sp>
      <p:sp>
        <p:nvSpPr>
          <p:cNvPr id="19" name="Google Shape;107;p16">
            <a:extLst>
              <a:ext uri="{FF2B5EF4-FFF2-40B4-BE49-F238E27FC236}">
                <a16:creationId xmlns:a16="http://schemas.microsoft.com/office/drawing/2014/main" id="{3E58938A-33BA-4C89-A79D-7194824A83A2}"/>
              </a:ext>
            </a:extLst>
          </p:cNvPr>
          <p:cNvSpPr txBox="1">
            <a:spLocks/>
          </p:cNvSpPr>
          <p:nvPr/>
        </p:nvSpPr>
        <p:spPr>
          <a:xfrm>
            <a:off x="8227497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Plus</a:t>
            </a:r>
          </a:p>
        </p:txBody>
      </p:sp>
      <p:sp>
        <p:nvSpPr>
          <p:cNvPr id="20" name="Google Shape;107;p16">
            <a:extLst>
              <a:ext uri="{FF2B5EF4-FFF2-40B4-BE49-F238E27FC236}">
                <a16:creationId xmlns:a16="http://schemas.microsoft.com/office/drawing/2014/main" id="{6A0E85F7-EB41-4AE0-809D-498C8784DC47}"/>
              </a:ext>
            </a:extLst>
          </p:cNvPr>
          <p:cNvSpPr txBox="1">
            <a:spLocks/>
          </p:cNvSpPr>
          <p:nvPr/>
        </p:nvSpPr>
        <p:spPr>
          <a:xfrm>
            <a:off x="8671609" y="602015"/>
            <a:ext cx="444887" cy="15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Flat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13A937-ECFE-4527-85C8-05E1DED58FBC}"/>
              </a:ext>
            </a:extLst>
          </p:cNvPr>
          <p:cNvCxnSpPr/>
          <p:nvPr/>
        </p:nvCxnSpPr>
        <p:spPr>
          <a:xfrm flipH="1">
            <a:off x="1519152" y="560184"/>
            <a:ext cx="0" cy="19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B4607B-BDD2-4D74-B2D0-ABAA709FA9C1}"/>
              </a:ext>
            </a:extLst>
          </p:cNvPr>
          <p:cNvCxnSpPr/>
          <p:nvPr/>
        </p:nvCxnSpPr>
        <p:spPr>
          <a:xfrm flipH="1">
            <a:off x="3217663" y="560184"/>
            <a:ext cx="0" cy="19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9EBD33-53AB-455E-A8F9-0453027D09AA}"/>
              </a:ext>
            </a:extLst>
          </p:cNvPr>
          <p:cNvCxnSpPr>
            <a:cxnSpLocks/>
          </p:cNvCxnSpPr>
          <p:nvPr/>
        </p:nvCxnSpPr>
        <p:spPr>
          <a:xfrm flipH="1">
            <a:off x="4674988" y="560184"/>
            <a:ext cx="0" cy="19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889959-8E90-44B8-80EF-7F743FDB8AB0}"/>
              </a:ext>
            </a:extLst>
          </p:cNvPr>
          <p:cNvCxnSpPr>
            <a:cxnSpLocks/>
          </p:cNvCxnSpPr>
          <p:nvPr/>
        </p:nvCxnSpPr>
        <p:spPr>
          <a:xfrm flipH="1">
            <a:off x="5119100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C0088C-EDDF-4F84-9431-1952FE65193A}"/>
              </a:ext>
            </a:extLst>
          </p:cNvPr>
          <p:cNvCxnSpPr/>
          <p:nvPr/>
        </p:nvCxnSpPr>
        <p:spPr>
          <a:xfrm flipH="1">
            <a:off x="5563212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D6322C-A6DC-4B54-B73F-0B947E430C2E}"/>
              </a:ext>
            </a:extLst>
          </p:cNvPr>
          <p:cNvCxnSpPr/>
          <p:nvPr/>
        </p:nvCxnSpPr>
        <p:spPr>
          <a:xfrm flipH="1">
            <a:off x="6007324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64A877-005B-47DE-9269-8FD6594DA1DF}"/>
              </a:ext>
            </a:extLst>
          </p:cNvPr>
          <p:cNvCxnSpPr/>
          <p:nvPr/>
        </p:nvCxnSpPr>
        <p:spPr>
          <a:xfrm flipH="1">
            <a:off x="6451436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77B2674-1CAF-4F8E-8EDB-4DDF86F3C791}"/>
              </a:ext>
            </a:extLst>
          </p:cNvPr>
          <p:cNvCxnSpPr/>
          <p:nvPr/>
        </p:nvCxnSpPr>
        <p:spPr>
          <a:xfrm flipH="1">
            <a:off x="6902692" y="410161"/>
            <a:ext cx="0" cy="20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7ABAA8-C63A-40DF-AB41-5D771CB227BC}"/>
              </a:ext>
            </a:extLst>
          </p:cNvPr>
          <p:cNvCxnSpPr/>
          <p:nvPr/>
        </p:nvCxnSpPr>
        <p:spPr>
          <a:xfrm flipH="1">
            <a:off x="7339660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4086C4E-5621-405F-B16A-B2CD2B9D3517}"/>
              </a:ext>
            </a:extLst>
          </p:cNvPr>
          <p:cNvCxnSpPr/>
          <p:nvPr/>
        </p:nvCxnSpPr>
        <p:spPr>
          <a:xfrm flipH="1">
            <a:off x="7783772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1EB802-3762-464B-BA8C-314FAFD0C219}"/>
              </a:ext>
            </a:extLst>
          </p:cNvPr>
          <p:cNvCxnSpPr/>
          <p:nvPr/>
        </p:nvCxnSpPr>
        <p:spPr>
          <a:xfrm flipH="1">
            <a:off x="8227884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2D75BC-0602-4D01-AD67-F07F360843E8}"/>
              </a:ext>
            </a:extLst>
          </p:cNvPr>
          <p:cNvCxnSpPr/>
          <p:nvPr/>
        </p:nvCxnSpPr>
        <p:spPr>
          <a:xfrm flipH="1">
            <a:off x="8671996" y="560184"/>
            <a:ext cx="0" cy="194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8E01C3-6590-4063-8BB1-F1197E9717C3}"/>
              </a:ext>
            </a:extLst>
          </p:cNvPr>
          <p:cNvCxnSpPr/>
          <p:nvPr/>
        </p:nvCxnSpPr>
        <p:spPr>
          <a:xfrm flipH="1">
            <a:off x="9116108" y="560184"/>
            <a:ext cx="0" cy="19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oogle Shape;107;p16">
            <a:extLst>
              <a:ext uri="{FF2B5EF4-FFF2-40B4-BE49-F238E27FC236}">
                <a16:creationId xmlns:a16="http://schemas.microsoft.com/office/drawing/2014/main" id="{88C58AE2-0D2D-4C87-847C-47B4EF52242D}"/>
              </a:ext>
            </a:extLst>
          </p:cNvPr>
          <p:cNvSpPr txBox="1">
            <a:spLocks/>
          </p:cNvSpPr>
          <p:nvPr/>
        </p:nvSpPr>
        <p:spPr>
          <a:xfrm>
            <a:off x="4686140" y="387291"/>
            <a:ext cx="2196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VOCE E DATI</a:t>
            </a:r>
          </a:p>
        </p:txBody>
      </p:sp>
      <p:sp>
        <p:nvSpPr>
          <p:cNvPr id="36" name="Google Shape;107;p16">
            <a:extLst>
              <a:ext uri="{FF2B5EF4-FFF2-40B4-BE49-F238E27FC236}">
                <a16:creationId xmlns:a16="http://schemas.microsoft.com/office/drawing/2014/main" id="{3DF1ED37-FC26-48BB-9FB4-9EE2E35BEEE4}"/>
              </a:ext>
            </a:extLst>
          </p:cNvPr>
          <p:cNvSpPr txBox="1">
            <a:spLocks/>
          </p:cNvSpPr>
          <p:nvPr/>
        </p:nvSpPr>
        <p:spPr>
          <a:xfrm>
            <a:off x="6917733" y="387291"/>
            <a:ext cx="2196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DATI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37D681B-F3F1-47D8-BF55-43DF3E11E763}"/>
              </a:ext>
            </a:extLst>
          </p:cNvPr>
          <p:cNvCxnSpPr>
            <a:cxnSpLocks/>
          </p:cNvCxnSpPr>
          <p:nvPr/>
        </p:nvCxnSpPr>
        <p:spPr>
          <a:xfrm flipH="1">
            <a:off x="-21432" y="790980"/>
            <a:ext cx="910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19E80563-BCF7-4CB3-805B-C631DC2E4FE9}"/>
              </a:ext>
            </a:extLst>
          </p:cNvPr>
          <p:cNvCxnSpPr>
            <a:cxnSpLocks/>
          </p:cNvCxnSpPr>
          <p:nvPr/>
        </p:nvCxnSpPr>
        <p:spPr>
          <a:xfrm flipH="1">
            <a:off x="-21432" y="1027326"/>
            <a:ext cx="910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Google Shape;107;p16">
            <a:extLst>
              <a:ext uri="{FF2B5EF4-FFF2-40B4-BE49-F238E27FC236}">
                <a16:creationId xmlns:a16="http://schemas.microsoft.com/office/drawing/2014/main" id="{F3975002-7734-4896-B55E-EFF6A03FCC6C}"/>
              </a:ext>
            </a:extLst>
          </p:cNvPr>
          <p:cNvSpPr txBox="1">
            <a:spLocks/>
          </p:cNvSpPr>
          <p:nvPr/>
        </p:nvSpPr>
        <p:spPr>
          <a:xfrm>
            <a:off x="29528" y="841143"/>
            <a:ext cx="9072000" cy="1532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Traffico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IN ROAMING -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Silenti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8" name="Google Shape;107;p16">
            <a:extLst>
              <a:ext uri="{FF2B5EF4-FFF2-40B4-BE49-F238E27FC236}">
                <a16:creationId xmlns:a16="http://schemas.microsoft.com/office/drawing/2014/main" id="{579965F4-5583-421E-8A45-5F0D3B4599E4}"/>
              </a:ext>
            </a:extLst>
          </p:cNvPr>
          <p:cNvSpPr txBox="1">
            <a:spLocks/>
          </p:cNvSpPr>
          <p:nvPr/>
        </p:nvSpPr>
        <p:spPr>
          <a:xfrm>
            <a:off x="45763" y="105454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1Day UE</a:t>
            </a:r>
          </a:p>
        </p:txBody>
      </p:sp>
      <p:sp>
        <p:nvSpPr>
          <p:cNvPr id="179" name="Google Shape;107;p16">
            <a:extLst>
              <a:ext uri="{FF2B5EF4-FFF2-40B4-BE49-F238E27FC236}">
                <a16:creationId xmlns:a16="http://schemas.microsoft.com/office/drawing/2014/main" id="{D3A2C262-2AD8-46F9-A495-5CBD06BCAC9B}"/>
              </a:ext>
            </a:extLst>
          </p:cNvPr>
          <p:cNvSpPr txBox="1">
            <a:spLocks/>
          </p:cNvSpPr>
          <p:nvPr/>
        </p:nvSpPr>
        <p:spPr>
          <a:xfrm>
            <a:off x="1523678" y="105454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100 Min - 10 SMS – 100MB</a:t>
            </a:r>
          </a:p>
        </p:txBody>
      </p:sp>
      <p:sp>
        <p:nvSpPr>
          <p:cNvPr id="180" name="Google Shape;107;p16">
            <a:extLst>
              <a:ext uri="{FF2B5EF4-FFF2-40B4-BE49-F238E27FC236}">
                <a16:creationId xmlns:a16="http://schemas.microsoft.com/office/drawing/2014/main" id="{33CF569A-DB6E-422A-926A-C0CC03A2EF8F}"/>
              </a:ext>
            </a:extLst>
          </p:cNvPr>
          <p:cNvSpPr txBox="1">
            <a:spLocks/>
          </p:cNvSpPr>
          <p:nvPr/>
        </p:nvSpPr>
        <p:spPr>
          <a:xfrm>
            <a:off x="3241058" y="1054549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3€/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1" name="Google Shape;107;p16">
            <a:extLst>
              <a:ext uri="{FF2B5EF4-FFF2-40B4-BE49-F238E27FC236}">
                <a16:creationId xmlns:a16="http://schemas.microsoft.com/office/drawing/2014/main" id="{3C3370B2-6879-4CE3-A4C2-9E5023139F95}"/>
              </a:ext>
            </a:extLst>
          </p:cNvPr>
          <p:cNvSpPr txBox="1">
            <a:spLocks/>
          </p:cNvSpPr>
          <p:nvPr/>
        </p:nvSpPr>
        <p:spPr>
          <a:xfrm>
            <a:off x="45763" y="123560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1Day USA e Canada</a:t>
            </a:r>
          </a:p>
        </p:txBody>
      </p:sp>
      <p:sp>
        <p:nvSpPr>
          <p:cNvPr id="183" name="Google Shape;107;p16">
            <a:extLst>
              <a:ext uri="{FF2B5EF4-FFF2-40B4-BE49-F238E27FC236}">
                <a16:creationId xmlns:a16="http://schemas.microsoft.com/office/drawing/2014/main" id="{7741A3AB-1EF4-4FC3-9431-66F08757EFF8}"/>
              </a:ext>
            </a:extLst>
          </p:cNvPr>
          <p:cNvSpPr txBox="1">
            <a:spLocks/>
          </p:cNvSpPr>
          <p:nvPr/>
        </p:nvSpPr>
        <p:spPr>
          <a:xfrm>
            <a:off x="3241058" y="1235602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15€/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4" name="Google Shape;107;p16">
            <a:extLst>
              <a:ext uri="{FF2B5EF4-FFF2-40B4-BE49-F238E27FC236}">
                <a16:creationId xmlns:a16="http://schemas.microsoft.com/office/drawing/2014/main" id="{CD1D6394-3325-4020-BC05-95724B2096E8}"/>
              </a:ext>
            </a:extLst>
          </p:cNvPr>
          <p:cNvSpPr txBox="1">
            <a:spLocks/>
          </p:cNvSpPr>
          <p:nvPr/>
        </p:nvSpPr>
        <p:spPr>
          <a:xfrm>
            <a:off x="45763" y="141665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1Day Europa Plus</a:t>
            </a:r>
          </a:p>
        </p:txBody>
      </p:sp>
      <p:sp>
        <p:nvSpPr>
          <p:cNvPr id="186" name="Google Shape;107;p16">
            <a:extLst>
              <a:ext uri="{FF2B5EF4-FFF2-40B4-BE49-F238E27FC236}">
                <a16:creationId xmlns:a16="http://schemas.microsoft.com/office/drawing/2014/main" id="{CDB475F6-A97F-45E4-A8C0-2FE9F6C2747A}"/>
              </a:ext>
            </a:extLst>
          </p:cNvPr>
          <p:cNvSpPr txBox="1">
            <a:spLocks/>
          </p:cNvSpPr>
          <p:nvPr/>
        </p:nvSpPr>
        <p:spPr>
          <a:xfrm>
            <a:off x="3241058" y="1416654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25€/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88" name="Picture 187">
            <a:extLst>
              <a:ext uri="{FF2B5EF4-FFF2-40B4-BE49-F238E27FC236}">
                <a16:creationId xmlns:a16="http://schemas.microsoft.com/office/drawing/2014/main" id="{24DBB875-D126-4733-B250-EE978D5280E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267519" y="1074091"/>
            <a:ext cx="147274" cy="118084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1D659D45-32FC-496F-8622-492847A6FF7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711631" y="1074091"/>
            <a:ext cx="147274" cy="11808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BFFCC71E-561C-49BB-8904-1FA0AA0E1111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155743" y="1074091"/>
            <a:ext cx="147274" cy="118084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796F5A5F-07E8-45F6-B395-92CC6181EE5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599855" y="1074091"/>
            <a:ext cx="147274" cy="118084"/>
          </a:xfrm>
          <a:prstGeom prst="rect">
            <a:avLst/>
          </a:prstGeom>
        </p:spPr>
      </p:pic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D8DAE2B0-1803-4BEC-B931-CF3A368B2E62}"/>
              </a:ext>
            </a:extLst>
          </p:cNvPr>
          <p:cNvCxnSpPr>
            <a:cxnSpLocks/>
          </p:cNvCxnSpPr>
          <p:nvPr/>
        </p:nvCxnSpPr>
        <p:spPr>
          <a:xfrm flipH="1">
            <a:off x="-21432" y="1214002"/>
            <a:ext cx="910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4C5A950-3618-4297-B2D0-A4D505CC8410}"/>
              </a:ext>
            </a:extLst>
          </p:cNvPr>
          <p:cNvCxnSpPr>
            <a:cxnSpLocks/>
          </p:cNvCxnSpPr>
          <p:nvPr/>
        </p:nvCxnSpPr>
        <p:spPr>
          <a:xfrm flipH="1">
            <a:off x="-21432" y="1395054"/>
            <a:ext cx="910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952DD0D-078E-450B-8DAB-1BE56F94CD63}"/>
              </a:ext>
            </a:extLst>
          </p:cNvPr>
          <p:cNvCxnSpPr>
            <a:cxnSpLocks/>
          </p:cNvCxnSpPr>
          <p:nvPr/>
        </p:nvCxnSpPr>
        <p:spPr>
          <a:xfrm flipH="1">
            <a:off x="-21432" y="1576107"/>
            <a:ext cx="910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6" name="Picture 195">
            <a:extLst>
              <a:ext uri="{FF2B5EF4-FFF2-40B4-BE49-F238E27FC236}">
                <a16:creationId xmlns:a16="http://schemas.microsoft.com/office/drawing/2014/main" id="{D793FB7B-6508-49DA-A0D7-6B5FE804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267519" y="1235602"/>
            <a:ext cx="147274" cy="118084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41EAE892-0340-4069-B740-F34A6111B91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711631" y="1235602"/>
            <a:ext cx="147274" cy="118084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86D79DA6-B5FC-4565-916C-3B85DA032669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155743" y="1235602"/>
            <a:ext cx="147274" cy="118084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FE69E1C4-E60F-4FF6-B997-457C06F41BA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599855" y="1235602"/>
            <a:ext cx="147274" cy="118084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FF41A3A9-BAF9-4D5E-9DF2-3C0697B9A0D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267519" y="1416654"/>
            <a:ext cx="147274" cy="118084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C9741E58-FC29-4021-AD16-1DAD65A9DAE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711631" y="1416654"/>
            <a:ext cx="147274" cy="11808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CF6CFA49-C1CE-4C8C-B39D-0C05F793375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155743" y="1416654"/>
            <a:ext cx="147274" cy="118084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BFC5ED44-52F2-4B87-9783-AC01F97BE649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599855" y="1416654"/>
            <a:ext cx="147274" cy="118084"/>
          </a:xfrm>
          <a:prstGeom prst="rect">
            <a:avLst/>
          </a:prstGeom>
        </p:spPr>
      </p:pic>
      <p:sp>
        <p:nvSpPr>
          <p:cNvPr id="206" name="Google Shape;107;p16">
            <a:extLst>
              <a:ext uri="{FF2B5EF4-FFF2-40B4-BE49-F238E27FC236}">
                <a16:creationId xmlns:a16="http://schemas.microsoft.com/office/drawing/2014/main" id="{1BA86143-1FC9-4E09-BB23-0BE3CBE08B01}"/>
              </a:ext>
            </a:extLst>
          </p:cNvPr>
          <p:cNvSpPr txBox="1">
            <a:spLocks/>
          </p:cNvSpPr>
          <p:nvPr/>
        </p:nvSpPr>
        <p:spPr>
          <a:xfrm>
            <a:off x="45763" y="160336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1Day Mondo</a:t>
            </a:r>
          </a:p>
        </p:txBody>
      </p:sp>
      <p:sp>
        <p:nvSpPr>
          <p:cNvPr id="208" name="Google Shape;107;p16">
            <a:extLst>
              <a:ext uri="{FF2B5EF4-FFF2-40B4-BE49-F238E27FC236}">
                <a16:creationId xmlns:a16="http://schemas.microsoft.com/office/drawing/2014/main" id="{936E5DF6-364A-4936-A763-EF62062CBDDA}"/>
              </a:ext>
            </a:extLst>
          </p:cNvPr>
          <p:cNvSpPr txBox="1">
            <a:spLocks/>
          </p:cNvSpPr>
          <p:nvPr/>
        </p:nvSpPr>
        <p:spPr>
          <a:xfrm>
            <a:off x="3241058" y="1603369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35€/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9" name="Google Shape;107;p16">
            <a:extLst>
              <a:ext uri="{FF2B5EF4-FFF2-40B4-BE49-F238E27FC236}">
                <a16:creationId xmlns:a16="http://schemas.microsoft.com/office/drawing/2014/main" id="{2C6D6B82-25D3-4F5E-B17F-C753F5089F80}"/>
              </a:ext>
            </a:extLst>
          </p:cNvPr>
          <p:cNvSpPr txBox="1">
            <a:spLocks/>
          </p:cNvSpPr>
          <p:nvPr/>
        </p:nvSpPr>
        <p:spPr>
          <a:xfrm>
            <a:off x="45763" y="178442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Giga 1Day UE</a:t>
            </a:r>
          </a:p>
        </p:txBody>
      </p:sp>
      <p:sp>
        <p:nvSpPr>
          <p:cNvPr id="210" name="Google Shape;107;p16">
            <a:extLst>
              <a:ext uri="{FF2B5EF4-FFF2-40B4-BE49-F238E27FC236}">
                <a16:creationId xmlns:a16="http://schemas.microsoft.com/office/drawing/2014/main" id="{8079E5BF-2AA0-404B-81C0-77F906400771}"/>
              </a:ext>
            </a:extLst>
          </p:cNvPr>
          <p:cNvSpPr txBox="1">
            <a:spLocks/>
          </p:cNvSpPr>
          <p:nvPr/>
        </p:nvSpPr>
        <p:spPr>
          <a:xfrm>
            <a:off x="1523678" y="178442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250MB</a:t>
            </a:r>
          </a:p>
        </p:txBody>
      </p:sp>
      <p:sp>
        <p:nvSpPr>
          <p:cNvPr id="211" name="Google Shape;107;p16">
            <a:extLst>
              <a:ext uri="{FF2B5EF4-FFF2-40B4-BE49-F238E27FC236}">
                <a16:creationId xmlns:a16="http://schemas.microsoft.com/office/drawing/2014/main" id="{7AFE6CB5-D875-4D64-AB27-380DD5F71871}"/>
              </a:ext>
            </a:extLst>
          </p:cNvPr>
          <p:cNvSpPr txBox="1">
            <a:spLocks/>
          </p:cNvSpPr>
          <p:nvPr/>
        </p:nvSpPr>
        <p:spPr>
          <a:xfrm>
            <a:off x="3241058" y="1784422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1€/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2" name="Google Shape;107;p16">
            <a:extLst>
              <a:ext uri="{FF2B5EF4-FFF2-40B4-BE49-F238E27FC236}">
                <a16:creationId xmlns:a16="http://schemas.microsoft.com/office/drawing/2014/main" id="{8B01F1AA-DDCB-4A4F-9C79-FCFADCBF0409}"/>
              </a:ext>
            </a:extLst>
          </p:cNvPr>
          <p:cNvSpPr txBox="1">
            <a:spLocks/>
          </p:cNvSpPr>
          <p:nvPr/>
        </p:nvSpPr>
        <p:spPr>
          <a:xfrm>
            <a:off x="45763" y="196547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Giga 1Day USA e Canada</a:t>
            </a:r>
          </a:p>
        </p:txBody>
      </p:sp>
      <p:sp>
        <p:nvSpPr>
          <p:cNvPr id="213" name="Google Shape;107;p16">
            <a:extLst>
              <a:ext uri="{FF2B5EF4-FFF2-40B4-BE49-F238E27FC236}">
                <a16:creationId xmlns:a16="http://schemas.microsoft.com/office/drawing/2014/main" id="{1F61303F-B734-484C-9080-4F12FF7DBAB5}"/>
              </a:ext>
            </a:extLst>
          </p:cNvPr>
          <p:cNvSpPr txBox="1">
            <a:spLocks/>
          </p:cNvSpPr>
          <p:nvPr/>
        </p:nvSpPr>
        <p:spPr>
          <a:xfrm>
            <a:off x="1523678" y="196547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250MB</a:t>
            </a:r>
          </a:p>
        </p:txBody>
      </p:sp>
      <p:sp>
        <p:nvSpPr>
          <p:cNvPr id="214" name="Google Shape;107;p16">
            <a:extLst>
              <a:ext uri="{FF2B5EF4-FFF2-40B4-BE49-F238E27FC236}">
                <a16:creationId xmlns:a16="http://schemas.microsoft.com/office/drawing/2014/main" id="{433E2F22-A5AF-43C8-8DFE-6B02E62F8031}"/>
              </a:ext>
            </a:extLst>
          </p:cNvPr>
          <p:cNvSpPr txBox="1">
            <a:spLocks/>
          </p:cNvSpPr>
          <p:nvPr/>
        </p:nvSpPr>
        <p:spPr>
          <a:xfrm>
            <a:off x="3241058" y="1965474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20€/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8E7912C-93B0-4170-8A4E-E98E10AFE41D}"/>
              </a:ext>
            </a:extLst>
          </p:cNvPr>
          <p:cNvCxnSpPr>
            <a:cxnSpLocks/>
          </p:cNvCxnSpPr>
          <p:nvPr/>
        </p:nvCxnSpPr>
        <p:spPr>
          <a:xfrm flipH="1">
            <a:off x="-21432" y="1762822"/>
            <a:ext cx="910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0BB62302-207C-400E-894D-4C8BEEC42B2F}"/>
              </a:ext>
            </a:extLst>
          </p:cNvPr>
          <p:cNvCxnSpPr>
            <a:cxnSpLocks/>
          </p:cNvCxnSpPr>
          <p:nvPr/>
        </p:nvCxnSpPr>
        <p:spPr>
          <a:xfrm flipH="1">
            <a:off x="-21432" y="1943874"/>
            <a:ext cx="910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Google Shape;107;p16">
            <a:extLst>
              <a:ext uri="{FF2B5EF4-FFF2-40B4-BE49-F238E27FC236}">
                <a16:creationId xmlns:a16="http://schemas.microsoft.com/office/drawing/2014/main" id="{A3B18A0D-2412-479E-AF3E-1126BFA2F9A6}"/>
              </a:ext>
            </a:extLst>
          </p:cNvPr>
          <p:cNvSpPr txBox="1">
            <a:spLocks/>
          </p:cNvSpPr>
          <p:nvPr/>
        </p:nvSpPr>
        <p:spPr>
          <a:xfrm>
            <a:off x="1523678" y="123560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100 Min - 10 SMS – 100MB</a:t>
            </a:r>
          </a:p>
        </p:txBody>
      </p:sp>
      <p:sp>
        <p:nvSpPr>
          <p:cNvPr id="234" name="Google Shape;107;p16">
            <a:extLst>
              <a:ext uri="{FF2B5EF4-FFF2-40B4-BE49-F238E27FC236}">
                <a16:creationId xmlns:a16="http://schemas.microsoft.com/office/drawing/2014/main" id="{0D92B73D-E0D0-4E98-8258-97084F8361C4}"/>
              </a:ext>
            </a:extLst>
          </p:cNvPr>
          <p:cNvSpPr txBox="1">
            <a:spLocks/>
          </p:cNvSpPr>
          <p:nvPr/>
        </p:nvSpPr>
        <p:spPr>
          <a:xfrm>
            <a:off x="1523678" y="1416654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100 Min - 10 SMS – 100MB</a:t>
            </a:r>
          </a:p>
        </p:txBody>
      </p:sp>
      <p:pic>
        <p:nvPicPr>
          <p:cNvPr id="245" name="Picture 244">
            <a:extLst>
              <a:ext uri="{FF2B5EF4-FFF2-40B4-BE49-F238E27FC236}">
                <a16:creationId xmlns:a16="http://schemas.microsoft.com/office/drawing/2014/main" id="{7B58C353-F38D-430C-967F-F087456A9E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488079" y="1784422"/>
            <a:ext cx="147274" cy="118084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CB6E1640-F525-4398-94C2-659A68C91A8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932191" y="1784422"/>
            <a:ext cx="147274" cy="118084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F4E28C3D-2221-46CA-B1F2-D1B68498678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376303" y="1784422"/>
            <a:ext cx="147274" cy="118084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B6A47425-D023-4950-B044-F4A7B232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820415" y="1784422"/>
            <a:ext cx="147274" cy="118084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A9F8E095-D001-4480-8F05-EA0EA0E1AC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488079" y="1965474"/>
            <a:ext cx="147274" cy="118084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FC56429A-41FE-4536-BFDD-1BEF7861CE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932191" y="1965474"/>
            <a:ext cx="147274" cy="118084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D9F75DF2-F83E-4957-AAC8-38ADC286DF1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376303" y="1965474"/>
            <a:ext cx="147274" cy="118084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1DAB317A-5703-48FC-A0C8-8AE3FE68F7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820415" y="1965474"/>
            <a:ext cx="147274" cy="118084"/>
          </a:xfrm>
          <a:prstGeom prst="rect">
            <a:avLst/>
          </a:prstGeom>
        </p:spPr>
      </p:pic>
      <p:sp>
        <p:nvSpPr>
          <p:cNvPr id="174" name="Google Shape;107;p16">
            <a:extLst>
              <a:ext uri="{FF2B5EF4-FFF2-40B4-BE49-F238E27FC236}">
                <a16:creationId xmlns:a16="http://schemas.microsoft.com/office/drawing/2014/main" id="{66A0AF18-9B96-424B-AD5C-074E69E05F5E}"/>
              </a:ext>
            </a:extLst>
          </p:cNvPr>
          <p:cNvSpPr txBox="1">
            <a:spLocks/>
          </p:cNvSpPr>
          <p:nvPr/>
        </p:nvSpPr>
        <p:spPr>
          <a:xfrm>
            <a:off x="45763" y="2144990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Giga 1Day Europa Plus</a:t>
            </a:r>
          </a:p>
        </p:txBody>
      </p:sp>
      <p:sp>
        <p:nvSpPr>
          <p:cNvPr id="177" name="Google Shape;107;p16">
            <a:extLst>
              <a:ext uri="{FF2B5EF4-FFF2-40B4-BE49-F238E27FC236}">
                <a16:creationId xmlns:a16="http://schemas.microsoft.com/office/drawing/2014/main" id="{A17FC6FE-AE1E-4B0E-94C1-90E219AE0686}"/>
              </a:ext>
            </a:extLst>
          </p:cNvPr>
          <p:cNvSpPr txBox="1">
            <a:spLocks/>
          </p:cNvSpPr>
          <p:nvPr/>
        </p:nvSpPr>
        <p:spPr>
          <a:xfrm>
            <a:off x="1523678" y="2144990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250MB</a:t>
            </a:r>
          </a:p>
        </p:txBody>
      </p:sp>
      <p:sp>
        <p:nvSpPr>
          <p:cNvPr id="182" name="Google Shape;107;p16">
            <a:extLst>
              <a:ext uri="{FF2B5EF4-FFF2-40B4-BE49-F238E27FC236}">
                <a16:creationId xmlns:a16="http://schemas.microsoft.com/office/drawing/2014/main" id="{05781364-8FAB-451F-A89A-74B1A664E459}"/>
              </a:ext>
            </a:extLst>
          </p:cNvPr>
          <p:cNvSpPr txBox="1">
            <a:spLocks/>
          </p:cNvSpPr>
          <p:nvPr/>
        </p:nvSpPr>
        <p:spPr>
          <a:xfrm>
            <a:off x="3241058" y="2144990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25€/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5" name="Google Shape;107;p16">
            <a:extLst>
              <a:ext uri="{FF2B5EF4-FFF2-40B4-BE49-F238E27FC236}">
                <a16:creationId xmlns:a16="http://schemas.microsoft.com/office/drawing/2014/main" id="{A544DCC6-A65F-4D86-B96C-7997F9B59D3B}"/>
              </a:ext>
            </a:extLst>
          </p:cNvPr>
          <p:cNvSpPr txBox="1">
            <a:spLocks/>
          </p:cNvSpPr>
          <p:nvPr/>
        </p:nvSpPr>
        <p:spPr>
          <a:xfrm>
            <a:off x="45763" y="232604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800" dirty="0">
                <a:latin typeface="Roboto" panose="02000000000000000000" pitchFamily="2" charset="0"/>
                <a:ea typeface="Roboto" panose="02000000000000000000" pitchFamily="2" charset="0"/>
              </a:rPr>
              <a:t>Travel Giga 1Day Mondo</a:t>
            </a:r>
          </a:p>
        </p:txBody>
      </p:sp>
      <p:sp>
        <p:nvSpPr>
          <p:cNvPr id="187" name="Google Shape;107;p16">
            <a:extLst>
              <a:ext uri="{FF2B5EF4-FFF2-40B4-BE49-F238E27FC236}">
                <a16:creationId xmlns:a16="http://schemas.microsoft.com/office/drawing/2014/main" id="{C7EF46CC-432D-4AD0-99D2-59995E37570F}"/>
              </a:ext>
            </a:extLst>
          </p:cNvPr>
          <p:cNvSpPr txBox="1">
            <a:spLocks/>
          </p:cNvSpPr>
          <p:nvPr/>
        </p:nvSpPr>
        <p:spPr>
          <a:xfrm>
            <a:off x="1523678" y="2326042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250MB</a:t>
            </a:r>
          </a:p>
        </p:txBody>
      </p:sp>
      <p:sp>
        <p:nvSpPr>
          <p:cNvPr id="195" name="Google Shape;107;p16">
            <a:extLst>
              <a:ext uri="{FF2B5EF4-FFF2-40B4-BE49-F238E27FC236}">
                <a16:creationId xmlns:a16="http://schemas.microsoft.com/office/drawing/2014/main" id="{02F6E957-704D-44A2-A19B-0B227D891C4F}"/>
              </a:ext>
            </a:extLst>
          </p:cNvPr>
          <p:cNvSpPr txBox="1">
            <a:spLocks/>
          </p:cNvSpPr>
          <p:nvPr/>
        </p:nvSpPr>
        <p:spPr>
          <a:xfrm>
            <a:off x="3241058" y="2326042"/>
            <a:ext cx="1396248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30€/ </a:t>
            </a:r>
            <a:r>
              <a:rPr lang="en-GB" sz="800" b="0" dirty="0" err="1">
                <a:latin typeface="Roboto" panose="02000000000000000000" pitchFamily="2" charset="0"/>
                <a:ea typeface="Roboto" panose="02000000000000000000" pitchFamily="2" charset="0"/>
              </a:rPr>
              <a:t>giorno</a:t>
            </a:r>
            <a:endParaRPr lang="en-GB" sz="800" b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8CE904F-5F68-429B-B18F-90C87A0F7091}"/>
              </a:ext>
            </a:extLst>
          </p:cNvPr>
          <p:cNvCxnSpPr>
            <a:cxnSpLocks/>
          </p:cNvCxnSpPr>
          <p:nvPr/>
        </p:nvCxnSpPr>
        <p:spPr>
          <a:xfrm flipH="1">
            <a:off x="-21432" y="2304442"/>
            <a:ext cx="910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111E12B-7D97-4E02-8A8F-12D157236B15}"/>
              </a:ext>
            </a:extLst>
          </p:cNvPr>
          <p:cNvCxnSpPr>
            <a:cxnSpLocks/>
          </p:cNvCxnSpPr>
          <p:nvPr/>
        </p:nvCxnSpPr>
        <p:spPr>
          <a:xfrm flipH="1">
            <a:off x="-21432" y="2485495"/>
            <a:ext cx="910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Picture 215">
            <a:extLst>
              <a:ext uri="{FF2B5EF4-FFF2-40B4-BE49-F238E27FC236}">
                <a16:creationId xmlns:a16="http://schemas.microsoft.com/office/drawing/2014/main" id="{324053ED-EBFC-4B66-8AE7-7134BDA202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488079" y="2144990"/>
            <a:ext cx="147274" cy="118084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379DCA00-FB46-49DD-86A4-568F0EDD686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932191" y="2144990"/>
            <a:ext cx="147274" cy="118084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A8D7418D-D89E-4078-844C-71523AB1DBE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376303" y="2144990"/>
            <a:ext cx="147274" cy="118084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34040476-042B-4674-B15C-6F78E47615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820415" y="2144990"/>
            <a:ext cx="147274" cy="118084"/>
          </a:xfrm>
          <a:prstGeom prst="rect">
            <a:avLst/>
          </a:prstGeom>
        </p:spPr>
      </p:pic>
      <p:pic>
        <p:nvPicPr>
          <p:cNvPr id="223" name="Picture 222">
            <a:extLst>
              <a:ext uri="{FF2B5EF4-FFF2-40B4-BE49-F238E27FC236}">
                <a16:creationId xmlns:a16="http://schemas.microsoft.com/office/drawing/2014/main" id="{BA28F374-9015-4233-B2B1-D3BD944472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488079" y="2326042"/>
            <a:ext cx="147274" cy="118084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B19944D6-DBE6-4A28-AE72-2768A537C3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932191" y="2326042"/>
            <a:ext cx="147274" cy="118084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1BDC0A04-72B9-46A8-8C5F-3824D489854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376303" y="2326042"/>
            <a:ext cx="147274" cy="118084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A4434EA0-CDAE-4F1A-85AB-FF5B909378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820415" y="2326042"/>
            <a:ext cx="147274" cy="118084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97EE7B73-8FF3-4478-B836-3D9498537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67" y="1784422"/>
            <a:ext cx="147274" cy="118084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6BC3D4CC-40B5-4E4E-86BE-0809A28F5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67" y="1965474"/>
            <a:ext cx="147274" cy="118084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6F7C6F2F-2FEB-4072-88D6-D2F6A3C71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67" y="2144990"/>
            <a:ext cx="147274" cy="118084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82E91F4A-8467-41E7-8FA6-F26C533F6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67" y="2326042"/>
            <a:ext cx="147274" cy="118084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EA1E465C-AA29-4AC1-A843-AB604E5C4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07" y="1074091"/>
            <a:ext cx="147274" cy="11808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EA8BAD9F-EC6F-48BF-A542-6824EAAE1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07" y="1235602"/>
            <a:ext cx="147274" cy="118084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88846BC0-1E6E-4840-BBB3-9892F19D6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07" y="1416654"/>
            <a:ext cx="147274" cy="11808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17FA87F6-DEEA-4E38-9F30-F06C9130313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267519" y="1603369"/>
            <a:ext cx="147274" cy="11808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37A79809-B908-49F0-881E-64D87294DDC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711631" y="1603369"/>
            <a:ext cx="147274" cy="11808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E32CFFFC-B86F-426A-A47A-77EA3314A48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155743" y="1603369"/>
            <a:ext cx="147274" cy="11808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F58FD201-D52E-4F71-814B-CF3DB86148F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599855" y="1603369"/>
            <a:ext cx="147274" cy="11808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6904997-19BA-4778-8972-79316808A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07" y="1603369"/>
            <a:ext cx="147274" cy="118084"/>
          </a:xfrm>
          <a:prstGeom prst="rect">
            <a:avLst/>
          </a:prstGeom>
        </p:spPr>
      </p:pic>
      <p:sp>
        <p:nvSpPr>
          <p:cNvPr id="109" name="Google Shape;107;p16">
            <a:extLst>
              <a:ext uri="{FF2B5EF4-FFF2-40B4-BE49-F238E27FC236}">
                <a16:creationId xmlns:a16="http://schemas.microsoft.com/office/drawing/2014/main" id="{F1341095-F07C-4AE1-B806-413323C97069}"/>
              </a:ext>
            </a:extLst>
          </p:cNvPr>
          <p:cNvSpPr txBox="1">
            <a:spLocks/>
          </p:cNvSpPr>
          <p:nvPr/>
        </p:nvSpPr>
        <p:spPr>
          <a:xfrm>
            <a:off x="1523678" y="1603369"/>
            <a:ext cx="1689460" cy="13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00" b="0" dirty="0">
                <a:latin typeface="Roboto" panose="02000000000000000000" pitchFamily="2" charset="0"/>
                <a:ea typeface="Roboto" panose="02000000000000000000" pitchFamily="2" charset="0"/>
              </a:rPr>
              <a:t>100 Min - 10 SMS – 100MB</a:t>
            </a:r>
          </a:p>
        </p:txBody>
      </p:sp>
      <p:sp>
        <p:nvSpPr>
          <p:cNvPr id="111" name="Google Shape;107;p16">
            <a:extLst>
              <a:ext uri="{FF2B5EF4-FFF2-40B4-BE49-F238E27FC236}">
                <a16:creationId xmlns:a16="http://schemas.microsoft.com/office/drawing/2014/main" id="{CB9493C7-D380-4CA3-9F34-30FB7830D21D}"/>
              </a:ext>
            </a:extLst>
          </p:cNvPr>
          <p:cNvSpPr txBox="1">
            <a:spLocks/>
          </p:cNvSpPr>
          <p:nvPr/>
        </p:nvSpPr>
        <p:spPr>
          <a:xfrm>
            <a:off x="71967" y="2952650"/>
            <a:ext cx="8748445" cy="29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Travel 1Day e Travel Giga 1Day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sono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caricate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consistenza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automatico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con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tutte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le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offerte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tranne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con Simply, in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quest’ultimo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caso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il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cliente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deve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richiederne</a:t>
            </a:r>
            <a:r>
              <a:rPr lang="en-GB" sz="9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900" dirty="0" err="1">
                <a:latin typeface="Roboto" panose="02000000000000000000" pitchFamily="2" charset="0"/>
                <a:ea typeface="Roboto" panose="02000000000000000000" pitchFamily="2" charset="0"/>
              </a:rPr>
              <a:t>l’attivazione</a:t>
            </a:r>
            <a:endParaRPr lang="en-GB" sz="9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15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FASTWEB C2 – INTERNAL USE</a:t>
            </a:r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3505200" y="486530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519</Words>
  <Application>Microsoft Office PowerPoint</Application>
  <PresentationFormat>On-screen Show (16:9)</PresentationFormat>
  <Paragraphs>123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Roboto</vt:lpstr>
      <vt:lpstr>Tema di Office</vt:lpstr>
      <vt:lpstr>FME COMPATIBILITÀ OPZIONI E GETTONI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Ponissa Francesca</dc:creator>
  <cp:lastModifiedBy>Ponissa Francesca</cp:lastModifiedBy>
  <cp:revision>15</cp:revision>
  <dcterms:modified xsi:type="dcterms:W3CDTF">2022-07-22T11:00:33Z</dcterms:modified>
</cp:coreProperties>
</file>